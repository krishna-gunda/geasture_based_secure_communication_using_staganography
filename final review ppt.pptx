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793" r:id="rId1"/>
  </p:sldMasterIdLst>
  <p:notesMasterIdLst>
    <p:notesMasterId r:id="rId27"/>
  </p:notesMasterIdLst>
  <p:sldIdLst>
    <p:sldId id="256" r:id="rId2"/>
    <p:sldId id="257" r:id="rId3"/>
    <p:sldId id="259" r:id="rId4"/>
    <p:sldId id="269" r:id="rId5"/>
    <p:sldId id="271" r:id="rId6"/>
    <p:sldId id="273" r:id="rId7"/>
    <p:sldId id="260" r:id="rId8"/>
    <p:sldId id="261" r:id="rId9"/>
    <p:sldId id="262" r:id="rId10"/>
    <p:sldId id="263" r:id="rId11"/>
    <p:sldId id="275" r:id="rId12"/>
    <p:sldId id="264" r:id="rId13"/>
    <p:sldId id="265" r:id="rId14"/>
    <p:sldId id="276" r:id="rId15"/>
    <p:sldId id="277" r:id="rId16"/>
    <p:sldId id="278" r:id="rId17"/>
    <p:sldId id="279" r:id="rId18"/>
    <p:sldId id="280" r:id="rId19"/>
    <p:sldId id="281" r:id="rId20"/>
    <p:sldId id="268" r:id="rId21"/>
    <p:sldId id="282" r:id="rId22"/>
    <p:sldId id="283" r:id="rId23"/>
    <p:sldId id="284" r:id="rId24"/>
    <p:sldId id="285" r:id="rId25"/>
    <p:sldId id="267" r:id="rId26"/>
  </p:sldIdLst>
  <p:sldSz cx="18288000" cy="10287000"/>
  <p:notesSz cx="6858000" cy="9144000"/>
  <p:embeddedFontLst>
    <p:embeddedFont>
      <p:font typeface="Open Sauce" panose="020B0604020202020204" charset="0"/>
      <p:regular r:id="rId28"/>
    </p:embeddedFont>
    <p:embeddedFont>
      <p:font typeface="Calibri" panose="020F0502020204030204" pitchFamily="34" charset="0"/>
      <p:regular r:id="rId29"/>
      <p:bold r:id="rId30"/>
      <p:italic r:id="rId31"/>
      <p:boldItalic r:id="rId32"/>
    </p:embeddedFont>
    <p:embeddedFont>
      <p:font typeface="Wingdings 3" panose="05040102010807070707" pitchFamily="18" charset="2"/>
      <p:regular r:id="rId33"/>
    </p:embeddedFont>
    <p:embeddedFont>
      <p:font typeface="Arial Black" panose="020B0A04020102020204" pitchFamily="34" charset="0"/>
      <p:bold r:id="rId34"/>
    </p:embeddedFont>
    <p:embeddedFont>
      <p:font typeface="DM Serif Display" panose="020B0604020202020204" charset="0"/>
      <p:regular r:id="rId35"/>
    </p:embeddedFont>
    <p:embeddedFont>
      <p:font typeface="Trebuchet MS" panose="020B0603020202020204" pitchFamily="34" charset="0"/>
      <p:regular r:id="rId36"/>
      <p:bold r:id="rId37"/>
      <p:italic r:id="rId38"/>
      <p:boldItalic r:id="rId3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397" autoAdjust="0"/>
    <p:restoredTop sz="94622" autoAdjust="0"/>
  </p:normalViewPr>
  <p:slideViewPr>
    <p:cSldViewPr>
      <p:cViewPr varScale="1">
        <p:scale>
          <a:sx n="46" d="100"/>
          <a:sy n="46" d="100"/>
        </p:scale>
        <p:origin x="720" y="4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2.fntdata"/><Relationship Id="rId21" Type="http://schemas.openxmlformats.org/officeDocument/2006/relationships/slide" Target="slides/slide20.xml"/><Relationship Id="rId34" Type="http://schemas.openxmlformats.org/officeDocument/2006/relationships/font" Target="fonts/font7.fntdata"/><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2.fntdata"/><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5.fntdata"/><Relationship Id="rId37" Type="http://schemas.openxmlformats.org/officeDocument/2006/relationships/font" Target="fonts/font10.fntdata"/><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1.fntdata"/><Relationship Id="rId36" Type="http://schemas.openxmlformats.org/officeDocument/2006/relationships/font" Target="fonts/font9.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font" Target="fonts/font3.fntdata"/><Relationship Id="rId35" Type="http://schemas.openxmlformats.org/officeDocument/2006/relationships/font" Target="fonts/font8.fntdata"/><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6.fntdata"/><Relationship Id="rId38" Type="http://schemas.openxmlformats.org/officeDocument/2006/relationships/font" Target="fonts/font11.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433F1F6-7DD7-4677-A569-9062EC62F441}" type="datetimeFigureOut">
              <a:rPr lang="en-IN" smtClean="0"/>
              <a:t>01-04-2026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FCFBF6C-4C91-4A9E-8A7F-BFD729182BFD}" type="slidenum">
              <a:rPr lang="en-IN" smtClean="0"/>
              <a:t>‹#›</a:t>
            </a:fld>
            <a:endParaRPr lang="en-IN"/>
          </a:p>
        </p:txBody>
      </p:sp>
    </p:spTree>
    <p:extLst>
      <p:ext uri="{BB962C8B-B14F-4D97-AF65-F5344CB8AC3E}">
        <p14:creationId xmlns:p14="http://schemas.microsoft.com/office/powerpoint/2010/main" val="2656680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7FCFBF6C-4C91-4A9E-8A7F-BFD729182BFD}" type="slidenum">
              <a:rPr lang="en-IN" smtClean="0"/>
              <a:t>3</a:t>
            </a:fld>
            <a:endParaRPr lang="en-IN"/>
          </a:p>
        </p:txBody>
      </p:sp>
    </p:spTree>
    <p:extLst>
      <p:ext uri="{BB962C8B-B14F-4D97-AF65-F5344CB8AC3E}">
        <p14:creationId xmlns:p14="http://schemas.microsoft.com/office/powerpoint/2010/main" val="31766299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12700"/>
            <a:ext cx="18288000" cy="10299701"/>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2260601" y="3606801"/>
            <a:ext cx="11650404" cy="2469453"/>
          </a:xfrm>
        </p:spPr>
        <p:txBody>
          <a:bodyPr anchor="b">
            <a:noAutofit/>
          </a:bodyPr>
          <a:lstStyle>
            <a:lvl1pPr algn="r">
              <a:defRPr sz="8100">
                <a:solidFill>
                  <a:schemeClr val="accent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2260601" y="6076250"/>
            <a:ext cx="11650404" cy="1645349"/>
          </a:xfrm>
        </p:spPr>
        <p:txBody>
          <a:bodyPr anchor="t"/>
          <a:lstStyle>
            <a:lvl1pPr marL="0" indent="0" algn="r">
              <a:buNone/>
              <a:defRPr>
                <a:solidFill>
                  <a:schemeClr val="tx1">
                    <a:lumMod val="50000"/>
                    <a:lumOff val="50000"/>
                  </a:schemeClr>
                </a:solidFill>
              </a:defRPr>
            </a:lvl1pPr>
            <a:lvl2pPr marL="685800" indent="0" algn="ctr">
              <a:buNone/>
              <a:defRPr>
                <a:solidFill>
                  <a:schemeClr val="tx1">
                    <a:tint val="75000"/>
                  </a:schemeClr>
                </a:solidFill>
              </a:defRPr>
            </a:lvl2pPr>
            <a:lvl3pPr marL="1371600" indent="0" algn="ctr">
              <a:buNone/>
              <a:defRPr>
                <a:solidFill>
                  <a:schemeClr val="tx1">
                    <a:tint val="75000"/>
                  </a:schemeClr>
                </a:solidFill>
              </a:defRPr>
            </a:lvl3pPr>
            <a:lvl4pPr marL="2057400" indent="0" algn="ctr">
              <a:buNone/>
              <a:defRPr>
                <a:solidFill>
                  <a:schemeClr val="tx1">
                    <a:tint val="75000"/>
                  </a:schemeClr>
                </a:solidFill>
              </a:defRPr>
            </a:lvl4pPr>
            <a:lvl5pPr marL="2743200" indent="0" algn="ctr">
              <a:buNone/>
              <a:defRPr>
                <a:solidFill>
                  <a:schemeClr val="tx1">
                    <a:tint val="75000"/>
                  </a:schemeClr>
                </a:solidFill>
              </a:defRPr>
            </a:lvl5pPr>
            <a:lvl6pPr marL="3429000" indent="0" algn="ctr">
              <a:buNone/>
              <a:defRPr>
                <a:solidFill>
                  <a:schemeClr val="tx1">
                    <a:tint val="75000"/>
                  </a:schemeClr>
                </a:solidFill>
              </a:defRPr>
            </a:lvl6pPr>
            <a:lvl7pPr marL="4114800" indent="0" algn="ctr">
              <a:buNone/>
              <a:defRPr>
                <a:solidFill>
                  <a:schemeClr val="tx1">
                    <a:tint val="75000"/>
                  </a:schemeClr>
                </a:solidFill>
              </a:defRPr>
            </a:lvl7pPr>
            <a:lvl8pPr marL="4800600" indent="0" algn="ctr">
              <a:buNone/>
              <a:defRPr>
                <a:solidFill>
                  <a:schemeClr val="tx1">
                    <a:tint val="75000"/>
                  </a:schemeClr>
                </a:solidFill>
              </a:defRPr>
            </a:lvl8pPr>
            <a:lvl9pPr marL="54864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4/1/2026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1114616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4/1/2026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9278106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016003" y="4051301"/>
            <a:ext cx="12895002" cy="2739872"/>
          </a:xfrm>
        </p:spPr>
        <p:txBody>
          <a:bodyPr anchor="b"/>
          <a:lstStyle>
            <a:lvl1pPr algn="l">
              <a:defRPr sz="6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016003" y="6791172"/>
            <a:ext cx="12895002" cy="1290600"/>
          </a:xfrm>
        </p:spPr>
        <p:txBody>
          <a:bodyPr anchor="t"/>
          <a:lstStyle>
            <a:lvl1pPr marL="0" indent="0" algn="l">
              <a:buNone/>
              <a:defRPr sz="3000">
                <a:solidFill>
                  <a:schemeClr val="tx1">
                    <a:lumMod val="50000"/>
                    <a:lumOff val="50000"/>
                  </a:schemeClr>
                </a:solidFill>
              </a:defRPr>
            </a:lvl1pPr>
            <a:lvl2pPr marL="685800" indent="0">
              <a:buNone/>
              <a:defRPr sz="2700">
                <a:solidFill>
                  <a:schemeClr val="tx1">
                    <a:tint val="75000"/>
                  </a:schemeClr>
                </a:solidFill>
              </a:defRPr>
            </a:lvl2pPr>
            <a:lvl3pPr marL="1371600" indent="0">
              <a:buNone/>
              <a:defRPr sz="2400">
                <a:solidFill>
                  <a:schemeClr val="tx1">
                    <a:tint val="75000"/>
                  </a:schemeClr>
                </a:solidFill>
              </a:defRPr>
            </a:lvl3pPr>
            <a:lvl4pPr marL="2057400" indent="0">
              <a:buNone/>
              <a:defRPr sz="2100">
                <a:solidFill>
                  <a:schemeClr val="tx1">
                    <a:tint val="75000"/>
                  </a:schemeClr>
                </a:solidFill>
              </a:defRPr>
            </a:lvl4pPr>
            <a:lvl5pPr marL="2743200" indent="0">
              <a:buNone/>
              <a:defRPr sz="2100">
                <a:solidFill>
                  <a:schemeClr val="tx1">
                    <a:tint val="75000"/>
                  </a:schemeClr>
                </a:solidFill>
              </a:defRPr>
            </a:lvl5pPr>
            <a:lvl6pPr marL="3429000" indent="0">
              <a:buNone/>
              <a:defRPr sz="2100">
                <a:solidFill>
                  <a:schemeClr val="tx1">
                    <a:tint val="75000"/>
                  </a:schemeClr>
                </a:solidFill>
              </a:defRPr>
            </a:lvl6pPr>
            <a:lvl7pPr marL="4114800" indent="0">
              <a:buNone/>
              <a:defRPr sz="2100">
                <a:solidFill>
                  <a:schemeClr val="tx1">
                    <a:tint val="75000"/>
                  </a:schemeClr>
                </a:solidFill>
              </a:defRPr>
            </a:lvl7pPr>
            <a:lvl8pPr marL="4800600" indent="0">
              <a:buNone/>
              <a:defRPr sz="2100">
                <a:solidFill>
                  <a:schemeClr val="tx1">
                    <a:tint val="75000"/>
                  </a:schemeClr>
                </a:solidFill>
              </a:defRPr>
            </a:lvl8pPr>
            <a:lvl9pPr marL="5486400" indent="0">
              <a:buNone/>
              <a:defRPr sz="21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2487268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016002" y="3240884"/>
            <a:ext cx="6276053" cy="582115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7634955" y="3240884"/>
            <a:ext cx="6276051" cy="582116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pPr/>
              <a:t>4/1/2026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3615527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013618" y="3241475"/>
            <a:ext cx="6278435" cy="864393"/>
          </a:xfrm>
        </p:spPr>
        <p:txBody>
          <a:bodyPr anchor="b">
            <a:noAutofit/>
          </a:bodyPr>
          <a:lstStyle>
            <a:lvl1pPr marL="0" indent="0">
              <a:buNone/>
              <a:defRPr sz="3600" b="0"/>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smtClean="0"/>
              <a:t>Edit Master text styles</a:t>
            </a:r>
          </a:p>
        </p:txBody>
      </p:sp>
      <p:sp>
        <p:nvSpPr>
          <p:cNvPr id="4" name="Content Placeholder 3"/>
          <p:cNvSpPr>
            <a:spLocks noGrp="1"/>
          </p:cNvSpPr>
          <p:nvPr>
            <p:ph sz="half" idx="2"/>
          </p:nvPr>
        </p:nvSpPr>
        <p:spPr>
          <a:xfrm>
            <a:off x="1013618" y="4105868"/>
            <a:ext cx="6278435" cy="4956176"/>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7632575" y="3241475"/>
            <a:ext cx="6278427" cy="864393"/>
          </a:xfrm>
        </p:spPr>
        <p:txBody>
          <a:bodyPr anchor="b">
            <a:noAutofit/>
          </a:bodyPr>
          <a:lstStyle>
            <a:lvl1pPr marL="0" indent="0">
              <a:buNone/>
              <a:defRPr sz="3600" b="0"/>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smtClean="0"/>
              <a:t>Edit Master text styles</a:t>
            </a:r>
          </a:p>
        </p:txBody>
      </p:sp>
      <p:sp>
        <p:nvSpPr>
          <p:cNvPr id="6" name="Content Placeholder 5"/>
          <p:cNvSpPr>
            <a:spLocks noGrp="1"/>
          </p:cNvSpPr>
          <p:nvPr>
            <p:ph sz="quarter" idx="4"/>
          </p:nvPr>
        </p:nvSpPr>
        <p:spPr>
          <a:xfrm>
            <a:off x="7632577" y="4105868"/>
            <a:ext cx="6278426" cy="4956176"/>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pPr/>
              <a:t>4/1/2026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7597237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016001" y="914400"/>
            <a:ext cx="12895002" cy="1981200"/>
          </a:xfr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1D8BD707-D9CF-40AE-B4C6-C98DA3205C09}" type="datetimeFigureOut">
              <a:rPr lang="en-US" smtClean="0"/>
              <a:pPr/>
              <a:t>4/1/2026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2980301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7596808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16001" y="2247906"/>
            <a:ext cx="5781792" cy="1917699"/>
          </a:xfrm>
        </p:spPr>
        <p:txBody>
          <a:bodyPr anchor="b">
            <a:normAutofit/>
          </a:bodyPr>
          <a:lstStyle>
            <a:lvl1pPr>
              <a:defRPr sz="3000"/>
            </a:lvl1pPr>
          </a:lstStyle>
          <a:p>
            <a:r>
              <a:rPr lang="en-US" smtClean="0"/>
              <a:t>Click to edit Master title style</a:t>
            </a:r>
            <a:endParaRPr lang="en-US" dirty="0"/>
          </a:p>
        </p:txBody>
      </p:sp>
      <p:sp>
        <p:nvSpPr>
          <p:cNvPr id="3" name="Content Placeholder 2"/>
          <p:cNvSpPr>
            <a:spLocks noGrp="1"/>
          </p:cNvSpPr>
          <p:nvPr>
            <p:ph idx="1"/>
          </p:nvPr>
        </p:nvSpPr>
        <p:spPr>
          <a:xfrm>
            <a:off x="7140692" y="772387"/>
            <a:ext cx="6770312" cy="8289656"/>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016001" y="4165604"/>
            <a:ext cx="5781792" cy="3876674"/>
          </a:xfrm>
        </p:spPr>
        <p:txBody>
          <a:bodyPr>
            <a:normAutofit/>
          </a:bodyPr>
          <a:lstStyle>
            <a:lvl1pPr marL="0" indent="0">
              <a:buNone/>
              <a:defRPr sz="2100"/>
            </a:lvl1pPr>
            <a:lvl2pPr marL="685595" indent="0">
              <a:buNone/>
              <a:defRPr sz="2100"/>
            </a:lvl2pPr>
            <a:lvl3pPr marL="1371189" indent="0">
              <a:buNone/>
              <a:defRPr sz="1800"/>
            </a:lvl3pPr>
            <a:lvl4pPr marL="2056784" indent="0">
              <a:buNone/>
              <a:defRPr sz="1500"/>
            </a:lvl4pPr>
            <a:lvl5pPr marL="2742377" indent="0">
              <a:buNone/>
              <a:defRPr sz="1500"/>
            </a:lvl5pPr>
            <a:lvl6pPr marL="3427971" indent="0">
              <a:buNone/>
              <a:defRPr sz="1500"/>
            </a:lvl6pPr>
            <a:lvl7pPr marL="4113566" indent="0">
              <a:buNone/>
              <a:defRPr sz="1500"/>
            </a:lvl7pPr>
            <a:lvl8pPr marL="4799160" indent="0">
              <a:buNone/>
              <a:defRPr sz="1500"/>
            </a:lvl8pPr>
            <a:lvl9pPr marL="5484755" indent="0">
              <a:buNone/>
              <a:defRPr sz="1500"/>
            </a:lvl9pPr>
          </a:lstStyle>
          <a:p>
            <a:pPr lvl="0"/>
            <a:r>
              <a:rPr lang="en-US" smtClean="0"/>
              <a:t>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85475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16002" y="7200900"/>
            <a:ext cx="12895001" cy="850107"/>
          </a:xfrm>
        </p:spPr>
        <p:txBody>
          <a:bodyPr anchor="b">
            <a:normAutofit/>
          </a:bodyPr>
          <a:lstStyle>
            <a:lvl1pPr algn="l">
              <a:defRPr sz="36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016001" y="914400"/>
            <a:ext cx="12895002" cy="5768577"/>
          </a:xfrm>
        </p:spPr>
        <p:txBody>
          <a:bodyPr anchor="t">
            <a:normAutofit/>
          </a:bodyPr>
          <a:lstStyle>
            <a:lvl1pPr marL="0" indent="0" algn="ctr">
              <a:buNone/>
              <a:defRPr sz="2400"/>
            </a:lvl1pPr>
            <a:lvl2pPr marL="685800" indent="0">
              <a:buNone/>
              <a:defRPr sz="2400"/>
            </a:lvl2pPr>
            <a:lvl3pPr marL="1371600" indent="0">
              <a:buNone/>
              <a:defRPr sz="2400"/>
            </a:lvl3pPr>
            <a:lvl4pPr marL="2057400" indent="0">
              <a:buNone/>
              <a:defRPr sz="2400"/>
            </a:lvl4pPr>
            <a:lvl5pPr marL="2743200" indent="0">
              <a:buNone/>
              <a:defRPr sz="2400"/>
            </a:lvl5pPr>
            <a:lvl6pPr marL="3429000" indent="0">
              <a:buNone/>
              <a:defRPr sz="2400"/>
            </a:lvl6pPr>
            <a:lvl7pPr marL="4114800" indent="0">
              <a:buNone/>
              <a:defRPr sz="2400"/>
            </a:lvl7pPr>
            <a:lvl8pPr marL="4800600" indent="0">
              <a:buNone/>
              <a:defRPr sz="2400"/>
            </a:lvl8pPr>
            <a:lvl9pPr marL="5486400" indent="0">
              <a:buNone/>
              <a:defRPr sz="2400"/>
            </a:lvl9pPr>
          </a:lstStyle>
          <a:p>
            <a:r>
              <a:rPr lang="en-US" smtClean="0"/>
              <a:t>Click icon to add picture</a:t>
            </a:r>
            <a:endParaRPr lang="en-US" dirty="0"/>
          </a:p>
        </p:txBody>
      </p:sp>
      <p:sp>
        <p:nvSpPr>
          <p:cNvPr id="4" name="Text Placeholder 3"/>
          <p:cNvSpPr>
            <a:spLocks noGrp="1"/>
          </p:cNvSpPr>
          <p:nvPr>
            <p:ph type="body" sz="half" idx="2"/>
          </p:nvPr>
        </p:nvSpPr>
        <p:spPr>
          <a:xfrm>
            <a:off x="1016002" y="8051007"/>
            <a:ext cx="12895001" cy="1011036"/>
          </a:xfrm>
        </p:spPr>
        <p:txBody>
          <a:bodyPr>
            <a:normAutofit/>
          </a:bodyPr>
          <a:lstStyle>
            <a:lvl1pPr marL="0" indent="0">
              <a:buNone/>
              <a:defRPr sz="1800"/>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en-US" smtClean="0"/>
              <a:t>Edit Master text styles</a:t>
            </a:r>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4/1/2026</a:t>
            </a:fld>
            <a:endParaRPr lang="en-US"/>
          </a:p>
        </p:txBody>
      </p:sp>
    </p:spTree>
    <p:extLst>
      <p:ext uri="{BB962C8B-B14F-4D97-AF65-F5344CB8AC3E}">
        <p14:creationId xmlns:p14="http://schemas.microsoft.com/office/powerpoint/2010/main" val="41283677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016003" y="914400"/>
            <a:ext cx="12895002" cy="5105400"/>
          </a:xfrm>
        </p:spPr>
        <p:txBody>
          <a:bodyPr anchor="ctr">
            <a:normAutofit/>
          </a:bodyPr>
          <a:lstStyle>
            <a:lvl1pPr algn="l">
              <a:defRPr sz="66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016003" y="6705600"/>
            <a:ext cx="12895002" cy="2356443"/>
          </a:xfrm>
        </p:spPr>
        <p:txBody>
          <a:bodyPr anchor="ctr">
            <a:normAutofit/>
          </a:bodyPr>
          <a:lstStyle>
            <a:lvl1pPr marL="0" indent="0" algn="l">
              <a:buNone/>
              <a:defRPr sz="2700">
                <a:solidFill>
                  <a:schemeClr val="tx1">
                    <a:lumMod val="75000"/>
                    <a:lumOff val="25000"/>
                  </a:schemeClr>
                </a:solidFill>
              </a:defRPr>
            </a:lvl1pPr>
            <a:lvl2pPr marL="685800" indent="0">
              <a:buNone/>
              <a:defRPr sz="2700">
                <a:solidFill>
                  <a:schemeClr val="tx1">
                    <a:tint val="75000"/>
                  </a:schemeClr>
                </a:solidFill>
              </a:defRPr>
            </a:lvl2pPr>
            <a:lvl3pPr marL="1371600" indent="0">
              <a:buNone/>
              <a:defRPr sz="2400">
                <a:solidFill>
                  <a:schemeClr val="tx1">
                    <a:tint val="75000"/>
                  </a:schemeClr>
                </a:solidFill>
              </a:defRPr>
            </a:lvl3pPr>
            <a:lvl4pPr marL="2057400" indent="0">
              <a:buNone/>
              <a:defRPr sz="2100">
                <a:solidFill>
                  <a:schemeClr val="tx1">
                    <a:tint val="75000"/>
                  </a:schemeClr>
                </a:solidFill>
              </a:defRPr>
            </a:lvl4pPr>
            <a:lvl5pPr marL="2743200" indent="0">
              <a:buNone/>
              <a:defRPr sz="2100">
                <a:solidFill>
                  <a:schemeClr val="tx1">
                    <a:tint val="75000"/>
                  </a:schemeClr>
                </a:solidFill>
              </a:defRPr>
            </a:lvl5pPr>
            <a:lvl6pPr marL="3429000" indent="0">
              <a:buNone/>
              <a:defRPr sz="2100">
                <a:solidFill>
                  <a:schemeClr val="tx1">
                    <a:tint val="75000"/>
                  </a:schemeClr>
                </a:solidFill>
              </a:defRPr>
            </a:lvl6pPr>
            <a:lvl7pPr marL="4114800" indent="0">
              <a:buNone/>
              <a:defRPr sz="2100">
                <a:solidFill>
                  <a:schemeClr val="tx1">
                    <a:tint val="75000"/>
                  </a:schemeClr>
                </a:solidFill>
              </a:defRPr>
            </a:lvl7pPr>
            <a:lvl8pPr marL="4800600" indent="0">
              <a:buNone/>
              <a:defRPr sz="2100">
                <a:solidFill>
                  <a:schemeClr val="tx1">
                    <a:tint val="75000"/>
                  </a:schemeClr>
                </a:solidFill>
              </a:defRPr>
            </a:lvl8pPr>
            <a:lvl9pPr marL="5486400" indent="0">
              <a:buNone/>
              <a:defRPr sz="21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5768933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397001" y="914400"/>
            <a:ext cx="12141201" cy="4533900"/>
          </a:xfrm>
        </p:spPr>
        <p:txBody>
          <a:bodyPr anchor="ctr">
            <a:normAutofit/>
          </a:bodyPr>
          <a:lstStyle>
            <a:lvl1pPr algn="l">
              <a:defRPr sz="66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2049209" y="5448300"/>
            <a:ext cx="10836786" cy="571500"/>
          </a:xfrm>
        </p:spPr>
        <p:txBody>
          <a:bodyPr anchor="ctr">
            <a:noAutofit/>
          </a:bodyPr>
          <a:lstStyle>
            <a:lvl1pPr marL="0" indent="0">
              <a:buFontTx/>
              <a:buNone/>
              <a:defRPr sz="2400">
                <a:solidFill>
                  <a:schemeClr val="tx1">
                    <a:lumMod val="50000"/>
                    <a:lumOff val="50000"/>
                  </a:schemeClr>
                </a:solidFill>
              </a:defRPr>
            </a:lvl1pPr>
            <a:lvl2pPr marL="685800" indent="0">
              <a:buFontTx/>
              <a:buNone/>
              <a:defRPr/>
            </a:lvl2pPr>
            <a:lvl3pPr marL="1371600" indent="0">
              <a:buFontTx/>
              <a:buNone/>
              <a:defRPr/>
            </a:lvl3pPr>
            <a:lvl4pPr marL="2057400" indent="0">
              <a:buFontTx/>
              <a:buNone/>
              <a:defRPr/>
            </a:lvl4pPr>
            <a:lvl5pPr marL="2743200" indent="0">
              <a:buFontTx/>
              <a:buNone/>
              <a:defRPr/>
            </a:lvl5pPr>
          </a:lstStyle>
          <a:p>
            <a:pPr lvl="0"/>
            <a:r>
              <a:rPr lang="en-US" smtClean="0"/>
              <a:t>Edit Master text styles</a:t>
            </a:r>
          </a:p>
        </p:txBody>
      </p:sp>
      <p:sp>
        <p:nvSpPr>
          <p:cNvPr id="3" name="Text Placeholder 2"/>
          <p:cNvSpPr>
            <a:spLocks noGrp="1"/>
          </p:cNvSpPr>
          <p:nvPr>
            <p:ph type="body" idx="1"/>
          </p:nvPr>
        </p:nvSpPr>
        <p:spPr>
          <a:xfrm>
            <a:off x="1016003" y="6705600"/>
            <a:ext cx="12895002" cy="2356443"/>
          </a:xfrm>
        </p:spPr>
        <p:txBody>
          <a:bodyPr anchor="ctr">
            <a:normAutofit/>
          </a:bodyPr>
          <a:lstStyle>
            <a:lvl1pPr marL="0" indent="0" algn="l">
              <a:buNone/>
              <a:defRPr sz="2700">
                <a:solidFill>
                  <a:schemeClr val="tx1">
                    <a:lumMod val="75000"/>
                    <a:lumOff val="25000"/>
                  </a:schemeClr>
                </a:solidFill>
              </a:defRPr>
            </a:lvl1pPr>
            <a:lvl2pPr marL="685800" indent="0">
              <a:buNone/>
              <a:defRPr sz="2700">
                <a:solidFill>
                  <a:schemeClr val="tx1">
                    <a:tint val="75000"/>
                  </a:schemeClr>
                </a:solidFill>
              </a:defRPr>
            </a:lvl2pPr>
            <a:lvl3pPr marL="1371600" indent="0">
              <a:buNone/>
              <a:defRPr sz="2400">
                <a:solidFill>
                  <a:schemeClr val="tx1">
                    <a:tint val="75000"/>
                  </a:schemeClr>
                </a:solidFill>
              </a:defRPr>
            </a:lvl3pPr>
            <a:lvl4pPr marL="2057400" indent="0">
              <a:buNone/>
              <a:defRPr sz="2100">
                <a:solidFill>
                  <a:schemeClr val="tx1">
                    <a:tint val="75000"/>
                  </a:schemeClr>
                </a:solidFill>
              </a:defRPr>
            </a:lvl4pPr>
            <a:lvl5pPr marL="2743200" indent="0">
              <a:buNone/>
              <a:defRPr sz="2100">
                <a:solidFill>
                  <a:schemeClr val="tx1">
                    <a:tint val="75000"/>
                  </a:schemeClr>
                </a:solidFill>
              </a:defRPr>
            </a:lvl5pPr>
            <a:lvl6pPr marL="3429000" indent="0">
              <a:buNone/>
              <a:defRPr sz="2100">
                <a:solidFill>
                  <a:schemeClr val="tx1">
                    <a:tint val="75000"/>
                  </a:schemeClr>
                </a:solidFill>
              </a:defRPr>
            </a:lvl6pPr>
            <a:lvl7pPr marL="4114800" indent="0">
              <a:buNone/>
              <a:defRPr sz="2100">
                <a:solidFill>
                  <a:schemeClr val="tx1">
                    <a:tint val="75000"/>
                  </a:schemeClr>
                </a:solidFill>
              </a:defRPr>
            </a:lvl7pPr>
            <a:lvl8pPr marL="4800600" indent="0">
              <a:buNone/>
              <a:defRPr sz="2100">
                <a:solidFill>
                  <a:schemeClr val="tx1">
                    <a:tint val="75000"/>
                  </a:schemeClr>
                </a:solidFill>
              </a:defRPr>
            </a:lvl8pPr>
            <a:lvl9pPr marL="5486400" indent="0">
              <a:buNone/>
              <a:defRPr sz="21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24" name="TextBox 23"/>
          <p:cNvSpPr txBox="1"/>
          <p:nvPr/>
        </p:nvSpPr>
        <p:spPr>
          <a:xfrm>
            <a:off x="812805" y="1185567"/>
            <a:ext cx="914400" cy="877164"/>
          </a:xfrm>
          <a:prstGeom prst="rect">
            <a:avLst/>
          </a:prstGeom>
        </p:spPr>
        <p:txBody>
          <a:bodyPr vert="horz" lIns="137160" tIns="68580" rIns="137160" bIns="68580" rtlCol="0" anchor="ctr">
            <a:noAutofit/>
          </a:bodyPr>
          <a:lstStyle/>
          <a:p>
            <a:pPr lvl="0"/>
            <a:r>
              <a:rPr lang="en-US" sz="12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13339517" y="4329834"/>
            <a:ext cx="914400" cy="877164"/>
          </a:xfrm>
          <a:prstGeom prst="rect">
            <a:avLst/>
          </a:prstGeom>
        </p:spPr>
        <p:txBody>
          <a:bodyPr vert="horz" lIns="137160" tIns="68580" rIns="137160" bIns="68580" rtlCol="0" anchor="ctr">
            <a:noAutofit/>
          </a:bodyPr>
          <a:lstStyle/>
          <a:p>
            <a:pPr lvl="0"/>
            <a:r>
              <a:rPr lang="en-US" sz="12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74919333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016003" y="2897982"/>
            <a:ext cx="12895002" cy="3893190"/>
          </a:xfrm>
        </p:spPr>
        <p:txBody>
          <a:bodyPr anchor="b">
            <a:normAutofit/>
          </a:bodyPr>
          <a:lstStyle>
            <a:lvl1pPr algn="l">
              <a:defRPr sz="66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016003" y="6791172"/>
            <a:ext cx="12895002" cy="2270871"/>
          </a:xfrm>
        </p:spPr>
        <p:txBody>
          <a:bodyPr anchor="t">
            <a:normAutofit/>
          </a:bodyPr>
          <a:lstStyle>
            <a:lvl1pPr marL="0" indent="0" algn="l">
              <a:buNone/>
              <a:defRPr sz="2700">
                <a:solidFill>
                  <a:schemeClr val="tx1">
                    <a:lumMod val="75000"/>
                    <a:lumOff val="25000"/>
                  </a:schemeClr>
                </a:solidFill>
              </a:defRPr>
            </a:lvl1pPr>
            <a:lvl2pPr marL="685800" indent="0">
              <a:buNone/>
              <a:defRPr sz="2700">
                <a:solidFill>
                  <a:schemeClr val="tx1">
                    <a:tint val="75000"/>
                  </a:schemeClr>
                </a:solidFill>
              </a:defRPr>
            </a:lvl2pPr>
            <a:lvl3pPr marL="1371600" indent="0">
              <a:buNone/>
              <a:defRPr sz="2400">
                <a:solidFill>
                  <a:schemeClr val="tx1">
                    <a:tint val="75000"/>
                  </a:schemeClr>
                </a:solidFill>
              </a:defRPr>
            </a:lvl3pPr>
            <a:lvl4pPr marL="2057400" indent="0">
              <a:buNone/>
              <a:defRPr sz="2100">
                <a:solidFill>
                  <a:schemeClr val="tx1">
                    <a:tint val="75000"/>
                  </a:schemeClr>
                </a:solidFill>
              </a:defRPr>
            </a:lvl4pPr>
            <a:lvl5pPr marL="2743200" indent="0">
              <a:buNone/>
              <a:defRPr sz="2100">
                <a:solidFill>
                  <a:schemeClr val="tx1">
                    <a:tint val="75000"/>
                  </a:schemeClr>
                </a:solidFill>
              </a:defRPr>
            </a:lvl5pPr>
            <a:lvl6pPr marL="3429000" indent="0">
              <a:buNone/>
              <a:defRPr sz="2100">
                <a:solidFill>
                  <a:schemeClr val="tx1">
                    <a:tint val="75000"/>
                  </a:schemeClr>
                </a:solidFill>
              </a:defRPr>
            </a:lvl6pPr>
            <a:lvl7pPr marL="4114800" indent="0">
              <a:buNone/>
              <a:defRPr sz="2100">
                <a:solidFill>
                  <a:schemeClr val="tx1">
                    <a:tint val="75000"/>
                  </a:schemeClr>
                </a:solidFill>
              </a:defRPr>
            </a:lvl7pPr>
            <a:lvl8pPr marL="4800600" indent="0">
              <a:buNone/>
              <a:defRPr sz="2100">
                <a:solidFill>
                  <a:schemeClr val="tx1">
                    <a:tint val="75000"/>
                  </a:schemeClr>
                </a:solidFill>
              </a:defRPr>
            </a:lvl8pPr>
            <a:lvl9pPr marL="5486400" indent="0">
              <a:buNone/>
              <a:defRPr sz="21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06811764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397001" y="914400"/>
            <a:ext cx="12141201" cy="4533900"/>
          </a:xfrm>
        </p:spPr>
        <p:txBody>
          <a:bodyPr anchor="ctr">
            <a:normAutofit/>
          </a:bodyPr>
          <a:lstStyle>
            <a:lvl1pPr algn="l">
              <a:defRPr sz="66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1015999" y="6019800"/>
            <a:ext cx="12895004" cy="771372"/>
          </a:xfrm>
        </p:spPr>
        <p:txBody>
          <a:bodyPr anchor="b">
            <a:noAutofit/>
          </a:bodyPr>
          <a:lstStyle>
            <a:lvl1pPr marL="0" indent="0">
              <a:buFontTx/>
              <a:buNone/>
              <a:defRPr sz="3600">
                <a:solidFill>
                  <a:schemeClr val="tx1">
                    <a:lumMod val="75000"/>
                    <a:lumOff val="25000"/>
                  </a:schemeClr>
                </a:solidFill>
              </a:defRPr>
            </a:lvl1pPr>
            <a:lvl2pPr marL="685800" indent="0">
              <a:buFontTx/>
              <a:buNone/>
              <a:defRPr/>
            </a:lvl2pPr>
            <a:lvl3pPr marL="1371600" indent="0">
              <a:buFontTx/>
              <a:buNone/>
              <a:defRPr/>
            </a:lvl3pPr>
            <a:lvl4pPr marL="2057400" indent="0">
              <a:buFontTx/>
              <a:buNone/>
              <a:defRPr/>
            </a:lvl4pPr>
            <a:lvl5pPr marL="2743200" indent="0">
              <a:buFontTx/>
              <a:buNone/>
              <a:defRPr/>
            </a:lvl5pPr>
          </a:lstStyle>
          <a:p>
            <a:pPr lvl="0"/>
            <a:r>
              <a:rPr lang="en-US" smtClean="0"/>
              <a:t>Edit Master text styles</a:t>
            </a:r>
          </a:p>
        </p:txBody>
      </p:sp>
      <p:sp>
        <p:nvSpPr>
          <p:cNvPr id="3" name="Text Placeholder 2"/>
          <p:cNvSpPr>
            <a:spLocks noGrp="1"/>
          </p:cNvSpPr>
          <p:nvPr>
            <p:ph type="body" idx="1"/>
          </p:nvPr>
        </p:nvSpPr>
        <p:spPr>
          <a:xfrm>
            <a:off x="1016003" y="6791172"/>
            <a:ext cx="12895002" cy="2270871"/>
          </a:xfrm>
        </p:spPr>
        <p:txBody>
          <a:bodyPr anchor="t">
            <a:normAutofit/>
          </a:bodyPr>
          <a:lstStyle>
            <a:lvl1pPr marL="0" indent="0" algn="l">
              <a:buNone/>
              <a:defRPr sz="2700">
                <a:solidFill>
                  <a:schemeClr val="tx1">
                    <a:lumMod val="50000"/>
                    <a:lumOff val="50000"/>
                  </a:schemeClr>
                </a:solidFill>
              </a:defRPr>
            </a:lvl1pPr>
            <a:lvl2pPr marL="685800" indent="0">
              <a:buNone/>
              <a:defRPr sz="2700">
                <a:solidFill>
                  <a:schemeClr val="tx1">
                    <a:tint val="75000"/>
                  </a:schemeClr>
                </a:solidFill>
              </a:defRPr>
            </a:lvl2pPr>
            <a:lvl3pPr marL="1371600" indent="0">
              <a:buNone/>
              <a:defRPr sz="2400">
                <a:solidFill>
                  <a:schemeClr val="tx1">
                    <a:tint val="75000"/>
                  </a:schemeClr>
                </a:solidFill>
              </a:defRPr>
            </a:lvl3pPr>
            <a:lvl4pPr marL="2057400" indent="0">
              <a:buNone/>
              <a:defRPr sz="2100">
                <a:solidFill>
                  <a:schemeClr val="tx1">
                    <a:tint val="75000"/>
                  </a:schemeClr>
                </a:solidFill>
              </a:defRPr>
            </a:lvl4pPr>
            <a:lvl5pPr marL="2743200" indent="0">
              <a:buNone/>
              <a:defRPr sz="2100">
                <a:solidFill>
                  <a:schemeClr val="tx1">
                    <a:tint val="75000"/>
                  </a:schemeClr>
                </a:solidFill>
              </a:defRPr>
            </a:lvl5pPr>
            <a:lvl6pPr marL="3429000" indent="0">
              <a:buNone/>
              <a:defRPr sz="2100">
                <a:solidFill>
                  <a:schemeClr val="tx1">
                    <a:tint val="75000"/>
                  </a:schemeClr>
                </a:solidFill>
              </a:defRPr>
            </a:lvl6pPr>
            <a:lvl7pPr marL="4114800" indent="0">
              <a:buNone/>
              <a:defRPr sz="2100">
                <a:solidFill>
                  <a:schemeClr val="tx1">
                    <a:tint val="75000"/>
                  </a:schemeClr>
                </a:solidFill>
              </a:defRPr>
            </a:lvl7pPr>
            <a:lvl8pPr marL="4800600" indent="0">
              <a:buNone/>
              <a:defRPr sz="2100">
                <a:solidFill>
                  <a:schemeClr val="tx1">
                    <a:tint val="75000"/>
                  </a:schemeClr>
                </a:solidFill>
              </a:defRPr>
            </a:lvl8pPr>
            <a:lvl9pPr marL="5486400" indent="0">
              <a:buNone/>
              <a:defRPr sz="21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24" name="TextBox 23"/>
          <p:cNvSpPr txBox="1"/>
          <p:nvPr/>
        </p:nvSpPr>
        <p:spPr>
          <a:xfrm>
            <a:off x="812805" y="1185567"/>
            <a:ext cx="914400" cy="877164"/>
          </a:xfrm>
          <a:prstGeom prst="rect">
            <a:avLst/>
          </a:prstGeom>
        </p:spPr>
        <p:txBody>
          <a:bodyPr vert="horz" lIns="137160" tIns="68580" rIns="137160" bIns="68580" rtlCol="0" anchor="ctr">
            <a:noAutofit/>
          </a:bodyPr>
          <a:lstStyle/>
          <a:p>
            <a:pPr lvl="0"/>
            <a:r>
              <a:rPr lang="en-US" sz="12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13339517" y="4329834"/>
            <a:ext cx="914400" cy="877164"/>
          </a:xfrm>
          <a:prstGeom prst="rect">
            <a:avLst/>
          </a:prstGeom>
        </p:spPr>
        <p:txBody>
          <a:bodyPr vert="horz" lIns="137160" tIns="68580" rIns="137160" bIns="68580" rtlCol="0" anchor="ctr">
            <a:noAutofit/>
          </a:bodyPr>
          <a:lstStyle/>
          <a:p>
            <a:pPr lvl="0"/>
            <a:r>
              <a:rPr lang="en-US" sz="12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69086021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028699" y="914400"/>
            <a:ext cx="12882305" cy="4533900"/>
          </a:xfrm>
        </p:spPr>
        <p:txBody>
          <a:bodyPr anchor="ctr">
            <a:normAutofit/>
          </a:bodyPr>
          <a:lstStyle>
            <a:lvl1pPr algn="l">
              <a:defRPr sz="66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1015999" y="6019800"/>
            <a:ext cx="12895004" cy="771372"/>
          </a:xfrm>
        </p:spPr>
        <p:txBody>
          <a:bodyPr anchor="b">
            <a:noAutofit/>
          </a:bodyPr>
          <a:lstStyle>
            <a:lvl1pPr marL="0" indent="0">
              <a:buFontTx/>
              <a:buNone/>
              <a:defRPr sz="3600">
                <a:solidFill>
                  <a:schemeClr val="accent1"/>
                </a:solidFill>
              </a:defRPr>
            </a:lvl1pPr>
            <a:lvl2pPr marL="685800" indent="0">
              <a:buFontTx/>
              <a:buNone/>
              <a:defRPr/>
            </a:lvl2pPr>
            <a:lvl3pPr marL="1371600" indent="0">
              <a:buFontTx/>
              <a:buNone/>
              <a:defRPr/>
            </a:lvl3pPr>
            <a:lvl4pPr marL="2057400" indent="0">
              <a:buFontTx/>
              <a:buNone/>
              <a:defRPr/>
            </a:lvl4pPr>
            <a:lvl5pPr marL="2743200" indent="0">
              <a:buFontTx/>
              <a:buNone/>
              <a:defRPr/>
            </a:lvl5pPr>
          </a:lstStyle>
          <a:p>
            <a:pPr lvl="0"/>
            <a:r>
              <a:rPr lang="en-US" smtClean="0"/>
              <a:t>Edit Master text styles</a:t>
            </a:r>
          </a:p>
        </p:txBody>
      </p:sp>
      <p:sp>
        <p:nvSpPr>
          <p:cNvPr id="3" name="Text Placeholder 2"/>
          <p:cNvSpPr>
            <a:spLocks noGrp="1"/>
          </p:cNvSpPr>
          <p:nvPr>
            <p:ph type="body" idx="1"/>
          </p:nvPr>
        </p:nvSpPr>
        <p:spPr>
          <a:xfrm>
            <a:off x="1016003" y="6791172"/>
            <a:ext cx="12895002" cy="2270871"/>
          </a:xfrm>
        </p:spPr>
        <p:txBody>
          <a:bodyPr anchor="t">
            <a:normAutofit/>
          </a:bodyPr>
          <a:lstStyle>
            <a:lvl1pPr marL="0" indent="0" algn="l">
              <a:buNone/>
              <a:defRPr sz="2700">
                <a:solidFill>
                  <a:schemeClr val="tx1">
                    <a:lumMod val="50000"/>
                    <a:lumOff val="50000"/>
                  </a:schemeClr>
                </a:solidFill>
              </a:defRPr>
            </a:lvl1pPr>
            <a:lvl2pPr marL="685800" indent="0">
              <a:buNone/>
              <a:defRPr sz="2700">
                <a:solidFill>
                  <a:schemeClr val="tx1">
                    <a:tint val="75000"/>
                  </a:schemeClr>
                </a:solidFill>
              </a:defRPr>
            </a:lvl2pPr>
            <a:lvl3pPr marL="1371600" indent="0">
              <a:buNone/>
              <a:defRPr sz="2400">
                <a:solidFill>
                  <a:schemeClr val="tx1">
                    <a:tint val="75000"/>
                  </a:schemeClr>
                </a:solidFill>
              </a:defRPr>
            </a:lvl3pPr>
            <a:lvl4pPr marL="2057400" indent="0">
              <a:buNone/>
              <a:defRPr sz="2100">
                <a:solidFill>
                  <a:schemeClr val="tx1">
                    <a:tint val="75000"/>
                  </a:schemeClr>
                </a:solidFill>
              </a:defRPr>
            </a:lvl4pPr>
            <a:lvl5pPr marL="2743200" indent="0">
              <a:buNone/>
              <a:defRPr sz="2100">
                <a:solidFill>
                  <a:schemeClr val="tx1">
                    <a:tint val="75000"/>
                  </a:schemeClr>
                </a:solidFill>
              </a:defRPr>
            </a:lvl5pPr>
            <a:lvl6pPr marL="3429000" indent="0">
              <a:buNone/>
              <a:defRPr sz="2100">
                <a:solidFill>
                  <a:schemeClr val="tx1">
                    <a:tint val="75000"/>
                  </a:schemeClr>
                </a:solidFill>
              </a:defRPr>
            </a:lvl6pPr>
            <a:lvl7pPr marL="4114800" indent="0">
              <a:buNone/>
              <a:defRPr sz="2100">
                <a:solidFill>
                  <a:schemeClr val="tx1">
                    <a:tint val="75000"/>
                  </a:schemeClr>
                </a:solidFill>
              </a:defRPr>
            </a:lvl7pPr>
            <a:lvl8pPr marL="4800600" indent="0">
              <a:buNone/>
              <a:defRPr sz="2100">
                <a:solidFill>
                  <a:schemeClr val="tx1">
                    <a:tint val="75000"/>
                  </a:schemeClr>
                </a:solidFill>
              </a:defRPr>
            </a:lvl8pPr>
            <a:lvl9pPr marL="5486400" indent="0">
              <a:buNone/>
              <a:defRPr sz="21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78329358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4/1/2026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08227184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1951510" y="914399"/>
            <a:ext cx="1957115" cy="7877177"/>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016003" y="914400"/>
            <a:ext cx="10590225" cy="7877175"/>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4/1/2026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4193890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12700"/>
            <a:ext cx="18288000" cy="10299701"/>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1016001" y="914400"/>
            <a:ext cx="12895002" cy="198120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016001" y="3240884"/>
            <a:ext cx="12895002" cy="5821160"/>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807700" y="9062044"/>
            <a:ext cx="1367909" cy="547688"/>
          </a:xfrm>
          <a:prstGeom prst="rect">
            <a:avLst/>
          </a:prstGeom>
        </p:spPr>
        <p:txBody>
          <a:bodyPr vert="horz" lIns="91440" tIns="45720" rIns="91440" bIns="45720" rtlCol="0" anchor="ctr"/>
          <a:lstStyle>
            <a:lvl1pPr algn="r">
              <a:defRPr sz="1350">
                <a:solidFill>
                  <a:schemeClr val="tx1">
                    <a:tint val="75000"/>
                  </a:schemeClr>
                </a:solidFill>
              </a:defRPr>
            </a:lvl1pPr>
          </a:lstStyle>
          <a:p>
            <a:fld id="{1D8BD707-D9CF-40AE-B4C6-C98DA3205C09}" type="datetimeFigureOut">
              <a:rPr lang="en-US" smtClean="0"/>
              <a:pPr/>
              <a:t>4/1/2026</a:t>
            </a:fld>
            <a:endParaRPr lang="en-US"/>
          </a:p>
        </p:txBody>
      </p:sp>
      <p:sp>
        <p:nvSpPr>
          <p:cNvPr id="5" name="Footer Placeholder 4"/>
          <p:cNvSpPr>
            <a:spLocks noGrp="1"/>
          </p:cNvSpPr>
          <p:nvPr>
            <p:ph type="ftr" sz="quarter" idx="3"/>
          </p:nvPr>
        </p:nvSpPr>
        <p:spPr>
          <a:xfrm>
            <a:off x="1016001" y="9062044"/>
            <a:ext cx="9446418" cy="547688"/>
          </a:xfrm>
          <a:prstGeom prst="rect">
            <a:avLst/>
          </a:prstGeom>
        </p:spPr>
        <p:txBody>
          <a:bodyPr vert="horz" lIns="91440" tIns="45720" rIns="91440" bIns="45720" rtlCol="0" anchor="ctr"/>
          <a:lstStyle>
            <a:lvl1pPr algn="l">
              <a:defRPr sz="135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2885995" y="9062044"/>
            <a:ext cx="1025009" cy="547688"/>
          </a:xfrm>
          <a:prstGeom prst="rect">
            <a:avLst/>
          </a:prstGeom>
        </p:spPr>
        <p:txBody>
          <a:bodyPr vert="horz" lIns="91440" tIns="45720" rIns="91440" bIns="45720" rtlCol="0" anchor="ctr"/>
          <a:lstStyle>
            <a:lvl1pPr algn="r">
              <a:defRPr sz="1350">
                <a:solidFill>
                  <a:schemeClr val="accent1"/>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502246210"/>
      </p:ext>
    </p:extLst>
  </p:cSld>
  <p:clrMap bg1="lt1" tx1="dk1" bg2="lt2" tx2="dk2" accent1="accent1" accent2="accent2" accent3="accent3" accent4="accent4" accent5="accent5" accent6="accent6" hlink="hlink" folHlink="folHlink"/>
  <p:sldLayoutIdLst>
    <p:sldLayoutId id="2147483794" r:id="rId1"/>
    <p:sldLayoutId id="2147483795" r:id="rId2"/>
    <p:sldLayoutId id="2147483796" r:id="rId3"/>
    <p:sldLayoutId id="2147483797" r:id="rId4"/>
    <p:sldLayoutId id="2147483798" r:id="rId5"/>
    <p:sldLayoutId id="2147483799" r:id="rId6"/>
    <p:sldLayoutId id="2147483800" r:id="rId7"/>
    <p:sldLayoutId id="2147483801" r:id="rId8"/>
    <p:sldLayoutId id="2147483802" r:id="rId9"/>
    <p:sldLayoutId id="2147483803" r:id="rId10"/>
    <p:sldLayoutId id="2147483804" r:id="rId11"/>
    <p:sldLayoutId id="2147483805" r:id="rId12"/>
    <p:sldLayoutId id="2147483806" r:id="rId13"/>
    <p:sldLayoutId id="2147483807" r:id="rId14"/>
    <p:sldLayoutId id="2147483808" r:id="rId15"/>
    <p:sldLayoutId id="2147483809" r:id="rId16"/>
  </p:sldLayoutIdLst>
  <p:txStyles>
    <p:titleStyle>
      <a:lvl1pPr algn="l" defTabSz="685800" rtl="0" eaLnBrk="1" latinLnBrk="0" hangingPunct="1">
        <a:spcBef>
          <a:spcPct val="0"/>
        </a:spcBef>
        <a:buNone/>
        <a:defRPr sz="54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514350" indent="-514350" algn="l" defTabSz="685800" rtl="0" eaLnBrk="1" latinLnBrk="0" hangingPunct="1">
        <a:spcBef>
          <a:spcPts val="1500"/>
        </a:spcBef>
        <a:spcAft>
          <a:spcPts val="0"/>
        </a:spcAft>
        <a:buClr>
          <a:schemeClr val="accent1"/>
        </a:buClr>
        <a:buSzPct val="80000"/>
        <a:buFont typeface="Wingdings 3" charset="2"/>
        <a:buChar char=""/>
        <a:defRPr sz="2700" kern="1200">
          <a:solidFill>
            <a:schemeClr val="tx1">
              <a:lumMod val="75000"/>
              <a:lumOff val="25000"/>
            </a:schemeClr>
          </a:solidFill>
          <a:latin typeface="+mn-lt"/>
          <a:ea typeface="+mn-ea"/>
          <a:cs typeface="+mn-cs"/>
        </a:defRPr>
      </a:lvl1pPr>
      <a:lvl2pPr marL="1114425" indent="-428625" algn="l" defTabSz="685800" rtl="0" eaLnBrk="1" latinLnBrk="0" hangingPunct="1">
        <a:spcBef>
          <a:spcPts val="1500"/>
        </a:spcBef>
        <a:spcAft>
          <a:spcPts val="0"/>
        </a:spcAft>
        <a:buClr>
          <a:schemeClr val="accent1"/>
        </a:buClr>
        <a:buSzPct val="80000"/>
        <a:buFont typeface="Wingdings 3" charset="2"/>
        <a:buChar char=""/>
        <a:defRPr sz="2400" kern="1200">
          <a:solidFill>
            <a:schemeClr val="tx1">
              <a:lumMod val="75000"/>
              <a:lumOff val="25000"/>
            </a:schemeClr>
          </a:solidFill>
          <a:latin typeface="+mn-lt"/>
          <a:ea typeface="+mn-ea"/>
          <a:cs typeface="+mn-cs"/>
        </a:defRPr>
      </a:lvl2pPr>
      <a:lvl3pPr marL="1714500" indent="-342900" algn="l" defTabSz="685800" rtl="0" eaLnBrk="1" latinLnBrk="0" hangingPunct="1">
        <a:spcBef>
          <a:spcPts val="1500"/>
        </a:spcBef>
        <a:spcAft>
          <a:spcPts val="0"/>
        </a:spcAft>
        <a:buClr>
          <a:schemeClr val="accent1"/>
        </a:buClr>
        <a:buSzPct val="80000"/>
        <a:buFont typeface="Wingdings 3" charset="2"/>
        <a:buChar char=""/>
        <a:defRPr sz="2100" kern="1200">
          <a:solidFill>
            <a:schemeClr val="tx1">
              <a:lumMod val="75000"/>
              <a:lumOff val="25000"/>
            </a:schemeClr>
          </a:solidFill>
          <a:latin typeface="+mn-lt"/>
          <a:ea typeface="+mn-ea"/>
          <a:cs typeface="+mn-cs"/>
        </a:defRPr>
      </a:lvl3pPr>
      <a:lvl4pPr marL="2400300" indent="-342900" algn="l" defTabSz="685800" rtl="0" eaLnBrk="1" latinLnBrk="0" hangingPunct="1">
        <a:spcBef>
          <a:spcPts val="15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4pPr>
      <a:lvl5pPr marL="3086100" indent="-342900" algn="l" defTabSz="685800" rtl="0" eaLnBrk="1" latinLnBrk="0" hangingPunct="1">
        <a:spcBef>
          <a:spcPts val="15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5pPr>
      <a:lvl6pPr marL="3771900" indent="-342900" algn="l" defTabSz="685800" rtl="0" eaLnBrk="1" latinLnBrk="0" hangingPunct="1">
        <a:spcBef>
          <a:spcPts val="15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6pPr>
      <a:lvl7pPr marL="4457700" indent="-342900" algn="l" defTabSz="685800" rtl="0" eaLnBrk="1" latinLnBrk="0" hangingPunct="1">
        <a:spcBef>
          <a:spcPts val="15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7pPr>
      <a:lvl8pPr marL="5143500" indent="-342900" algn="l" defTabSz="685800" rtl="0" eaLnBrk="1" latinLnBrk="0" hangingPunct="1">
        <a:spcBef>
          <a:spcPts val="15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8pPr>
      <a:lvl9pPr marL="5829300" indent="-342900" algn="l" defTabSz="685800" rtl="0" eaLnBrk="1" latinLnBrk="0" hangingPunct="1">
        <a:spcBef>
          <a:spcPts val="15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9pPr>
    </p:bodyStyle>
    <p:otherStyle>
      <a:defPPr>
        <a:defRPr lang="en-US"/>
      </a:defPPr>
      <a:lvl1pPr marL="0" algn="l" defTabSz="685800" rtl="0" eaLnBrk="1" latinLnBrk="0" hangingPunct="1">
        <a:defRPr sz="2700" kern="1200">
          <a:solidFill>
            <a:schemeClr val="tx1"/>
          </a:solidFill>
          <a:latin typeface="+mn-lt"/>
          <a:ea typeface="+mn-ea"/>
          <a:cs typeface="+mn-cs"/>
        </a:defRPr>
      </a:lvl1pPr>
      <a:lvl2pPr marL="685800" algn="l" defTabSz="685800" rtl="0" eaLnBrk="1" latinLnBrk="0" hangingPunct="1">
        <a:defRPr sz="2700" kern="1200">
          <a:solidFill>
            <a:schemeClr val="tx1"/>
          </a:solidFill>
          <a:latin typeface="+mn-lt"/>
          <a:ea typeface="+mn-ea"/>
          <a:cs typeface="+mn-cs"/>
        </a:defRPr>
      </a:lvl2pPr>
      <a:lvl3pPr marL="1371600" algn="l" defTabSz="685800" rtl="0" eaLnBrk="1" latinLnBrk="0" hangingPunct="1">
        <a:defRPr sz="2700" kern="1200">
          <a:solidFill>
            <a:schemeClr val="tx1"/>
          </a:solidFill>
          <a:latin typeface="+mn-lt"/>
          <a:ea typeface="+mn-ea"/>
          <a:cs typeface="+mn-cs"/>
        </a:defRPr>
      </a:lvl3pPr>
      <a:lvl4pPr marL="2057400" algn="l" defTabSz="685800" rtl="0" eaLnBrk="1" latinLnBrk="0" hangingPunct="1">
        <a:defRPr sz="2700" kern="1200">
          <a:solidFill>
            <a:schemeClr val="tx1"/>
          </a:solidFill>
          <a:latin typeface="+mn-lt"/>
          <a:ea typeface="+mn-ea"/>
          <a:cs typeface="+mn-cs"/>
        </a:defRPr>
      </a:lvl4pPr>
      <a:lvl5pPr marL="2743200" algn="l" defTabSz="685800" rtl="0" eaLnBrk="1" latinLnBrk="0" hangingPunct="1">
        <a:defRPr sz="2700" kern="1200">
          <a:solidFill>
            <a:schemeClr val="tx1"/>
          </a:solidFill>
          <a:latin typeface="+mn-lt"/>
          <a:ea typeface="+mn-ea"/>
          <a:cs typeface="+mn-cs"/>
        </a:defRPr>
      </a:lvl5pPr>
      <a:lvl6pPr marL="3429000" algn="l" defTabSz="685800" rtl="0" eaLnBrk="1" latinLnBrk="0" hangingPunct="1">
        <a:defRPr sz="2700" kern="1200">
          <a:solidFill>
            <a:schemeClr val="tx1"/>
          </a:solidFill>
          <a:latin typeface="+mn-lt"/>
          <a:ea typeface="+mn-ea"/>
          <a:cs typeface="+mn-cs"/>
        </a:defRPr>
      </a:lvl6pPr>
      <a:lvl7pPr marL="4114800" algn="l" defTabSz="685800" rtl="0" eaLnBrk="1" latinLnBrk="0" hangingPunct="1">
        <a:defRPr sz="2700" kern="1200">
          <a:solidFill>
            <a:schemeClr val="tx1"/>
          </a:solidFill>
          <a:latin typeface="+mn-lt"/>
          <a:ea typeface="+mn-ea"/>
          <a:cs typeface="+mn-cs"/>
        </a:defRPr>
      </a:lvl7pPr>
      <a:lvl8pPr marL="4800600" algn="l" defTabSz="685800" rtl="0" eaLnBrk="1" latinLnBrk="0" hangingPunct="1">
        <a:defRPr sz="2700" kern="1200">
          <a:solidFill>
            <a:schemeClr val="tx1"/>
          </a:solidFill>
          <a:latin typeface="+mn-lt"/>
          <a:ea typeface="+mn-ea"/>
          <a:cs typeface="+mn-cs"/>
        </a:defRPr>
      </a:lvl8pPr>
      <a:lvl9pPr marL="5486400" algn="l" defTabSz="685800" rtl="0" eaLnBrk="1" latinLnBrk="0" hangingPunct="1">
        <a:defRPr sz="2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339437" y="2446660"/>
            <a:ext cx="18288000" cy="2168479"/>
          </a:xfrm>
          <a:prstGeom prst="rect">
            <a:avLst/>
          </a:prstGeom>
        </p:spPr>
        <p:txBody>
          <a:bodyPr wrap="square" lIns="0" tIns="0" rIns="0" bIns="0" rtlCol="0" anchor="t">
            <a:spAutoFit/>
          </a:bodyPr>
          <a:lstStyle/>
          <a:p>
            <a:pPr algn="ctr">
              <a:lnSpc>
                <a:spcPts val="20160"/>
              </a:lnSpc>
            </a:pPr>
            <a:r>
              <a:rPr lang="en-US" sz="5400" dirty="0" smtClean="0">
                <a:solidFill>
                  <a:srgbClr val="000000"/>
                </a:solidFill>
                <a:latin typeface="DM Serif Display"/>
                <a:ea typeface="DM Serif Display"/>
                <a:cs typeface="DM Serif Display"/>
                <a:sym typeface="DM Serif Display"/>
              </a:rPr>
              <a:t>Gesture Based Communication Using </a:t>
            </a:r>
            <a:r>
              <a:rPr lang="en-US" sz="5400" dirty="0">
                <a:latin typeface="DM Serif Display" panose="020B0604020202020204" charset="0"/>
                <a:cs typeface="Times New Roman" panose="02020603050405020304" pitchFamily="18" charset="0"/>
              </a:rPr>
              <a:t>Steganography</a:t>
            </a:r>
            <a:endParaRPr lang="en-US" sz="5400" dirty="0">
              <a:solidFill>
                <a:srgbClr val="000000"/>
              </a:solidFill>
              <a:latin typeface="DM Serif Display" panose="020B0604020202020204" charset="0"/>
              <a:ea typeface="DM Serif Display"/>
              <a:cs typeface="DM Serif Display"/>
              <a:sym typeface="DM Serif Display"/>
            </a:endParaRPr>
          </a:p>
        </p:txBody>
      </p:sp>
      <p:pic>
        <p:nvPicPr>
          <p:cNvPr id="6" name="Picture 5">
            <a:extLst>
              <a:ext uri="{FF2B5EF4-FFF2-40B4-BE49-F238E27FC236}">
                <a16:creationId xmlns:a16="http://schemas.microsoft.com/office/drawing/2014/main" id="{61B39016-1E7A-5351-A6F7-226E373C564C}"/>
              </a:ext>
            </a:extLst>
          </p:cNvPr>
          <p:cNvPicPr>
            <a:picLocks noChangeAspect="1"/>
          </p:cNvPicPr>
          <p:nvPr/>
        </p:nvPicPr>
        <p:blipFill>
          <a:blip r:embed="rId2"/>
          <a:stretch>
            <a:fillRect/>
          </a:stretch>
        </p:blipFill>
        <p:spPr>
          <a:xfrm>
            <a:off x="318655" y="758536"/>
            <a:ext cx="3567545" cy="1688123"/>
          </a:xfrm>
          <a:prstGeom prst="rect">
            <a:avLst/>
          </a:prstGeom>
        </p:spPr>
      </p:pic>
      <p:sp>
        <p:nvSpPr>
          <p:cNvPr id="7" name="Title 1">
            <a:extLst>
              <a:ext uri="{FF2B5EF4-FFF2-40B4-BE49-F238E27FC236}">
                <a16:creationId xmlns:a16="http://schemas.microsoft.com/office/drawing/2014/main" id="{410C30D0-93CB-A10E-F6E5-337A0A6FFADF}"/>
              </a:ext>
            </a:extLst>
          </p:cNvPr>
          <p:cNvSpPr txBox="1">
            <a:spLocks/>
          </p:cNvSpPr>
          <p:nvPr/>
        </p:nvSpPr>
        <p:spPr>
          <a:xfrm>
            <a:off x="3505200" y="492815"/>
            <a:ext cx="13258800" cy="1953844"/>
          </a:xfrm>
          <a:prstGeom prst="rect">
            <a:avLst/>
          </a:prstGeom>
        </p:spPr>
        <p:txBody>
          <a:bodyPr vert="horz" lIns="91440" tIns="45720" rIns="91440" bIns="45720" rtlCol="0" anchor="b">
            <a:normAutofit/>
          </a:bodyPr>
          <a:lstStyle>
            <a:lvl1pPr algn="l" defTabSz="914400" rtl="0" eaLnBrk="1" latinLnBrk="0" hangingPunct="1">
              <a:lnSpc>
                <a:spcPct val="80000"/>
              </a:lnSpc>
              <a:spcBef>
                <a:spcPct val="0"/>
              </a:spcBef>
              <a:buNone/>
              <a:defRPr sz="4200" b="1" kern="1200">
                <a:solidFill>
                  <a:schemeClr val="tx1"/>
                </a:solidFill>
                <a:latin typeface="+mj-lt"/>
                <a:ea typeface="+mj-ea"/>
                <a:cs typeface="+mj-cs"/>
              </a:defRPr>
            </a:lvl1pPr>
          </a:lstStyle>
          <a:p>
            <a:pPr algn="ctr"/>
            <a:r>
              <a:rPr lang="en-US" sz="3600" dirty="0" smtClean="0">
                <a:latin typeface="Times New Roman" panose="02020603050405020304" pitchFamily="18" charset="0"/>
                <a:cs typeface="Times New Roman" panose="02020603050405020304" pitchFamily="18" charset="0"/>
              </a:rPr>
              <a:t>JOGINPALLY.B.R ENGINEERING COLLEGE</a:t>
            </a:r>
            <a:br>
              <a:rPr lang="en-US" sz="3600" dirty="0" smtClean="0">
                <a:latin typeface="Times New Roman" panose="02020603050405020304" pitchFamily="18" charset="0"/>
                <a:cs typeface="Times New Roman" panose="02020603050405020304" pitchFamily="18" charset="0"/>
              </a:rPr>
            </a:br>
            <a:r>
              <a:rPr lang="en-US" sz="2000" dirty="0" smtClean="0">
                <a:latin typeface="Times New Roman" panose="02020603050405020304" pitchFamily="18" charset="0"/>
                <a:cs typeface="Times New Roman" panose="02020603050405020304" pitchFamily="18" charset="0"/>
              </a:rPr>
              <a:t>DEPARTMENT OF COMPUTER SCIENCE ENGINEERING</a:t>
            </a:r>
          </a:p>
          <a:p>
            <a:pPr algn="ctr"/>
            <a:endParaRPr lang="en-US" sz="2000" dirty="0">
              <a:latin typeface="Times New Roman" panose="02020603050405020304" pitchFamily="18" charset="0"/>
              <a:cs typeface="Times New Roman" panose="02020603050405020304" pitchFamily="18" charset="0"/>
            </a:endParaRPr>
          </a:p>
          <a:p>
            <a:pPr algn="ctr"/>
            <a:endParaRPr lang="en-IN" sz="2000"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0C452D89-A8EC-FB53-321C-8AF76696D84D}"/>
              </a:ext>
            </a:extLst>
          </p:cNvPr>
          <p:cNvSpPr txBox="1"/>
          <p:nvPr/>
        </p:nvSpPr>
        <p:spPr>
          <a:xfrm>
            <a:off x="1219200" y="6435407"/>
            <a:ext cx="6019800" cy="2031325"/>
          </a:xfrm>
          <a:prstGeom prst="rect">
            <a:avLst/>
          </a:prstGeom>
          <a:noFill/>
        </p:spPr>
        <p:txBody>
          <a:bodyPr wrap="square" rtlCol="0">
            <a:spAutoFit/>
          </a:bodyPr>
          <a:lstStyle/>
          <a:p>
            <a:pPr algn="ctr">
              <a:lnSpc>
                <a:spcPct val="150000"/>
              </a:lnSpc>
            </a:pPr>
            <a:r>
              <a:rPr lang="en-IN" sz="2800" b="1" dirty="0">
                <a:solidFill>
                  <a:schemeClr val="tx1">
                    <a:lumMod val="95000"/>
                    <a:lumOff val="5000"/>
                  </a:schemeClr>
                </a:solidFill>
                <a:latin typeface="Times New Roman" panose="02020603050405020304" pitchFamily="18" charset="0"/>
                <a:cs typeface="Times New Roman" panose="02020603050405020304" pitchFamily="18" charset="0"/>
              </a:rPr>
              <a:t>UNDER THE GUIDANCE</a:t>
            </a:r>
          </a:p>
          <a:p>
            <a:pPr algn="ctr">
              <a:lnSpc>
                <a:spcPct val="150000"/>
              </a:lnSpc>
            </a:pPr>
            <a:r>
              <a:rPr lang="en-US" sz="2800" dirty="0" smtClean="0">
                <a:solidFill>
                  <a:schemeClr val="tx1">
                    <a:lumMod val="95000"/>
                    <a:lumOff val="5000"/>
                  </a:schemeClr>
                </a:solidFill>
                <a:latin typeface="Times New Roman" panose="02020603050405020304" pitchFamily="18" charset="0"/>
                <a:cs typeface="Times New Roman" panose="02020603050405020304" pitchFamily="18" charset="0"/>
              </a:rPr>
              <a:t>MR. G.SANTHOSH KUMAR</a:t>
            </a:r>
            <a:endParaRPr lang="en-IN" sz="2800" dirty="0">
              <a:solidFill>
                <a:schemeClr val="tx1">
                  <a:lumMod val="95000"/>
                  <a:lumOff val="5000"/>
                </a:schemeClr>
              </a:solidFill>
              <a:latin typeface="Times New Roman" panose="02020603050405020304" pitchFamily="18" charset="0"/>
              <a:cs typeface="Times New Roman" panose="02020603050405020304" pitchFamily="18" charset="0"/>
            </a:endParaRPr>
          </a:p>
          <a:p>
            <a:pPr algn="ctr">
              <a:lnSpc>
                <a:spcPct val="150000"/>
              </a:lnSpc>
            </a:pPr>
            <a:r>
              <a:rPr lang="en-IN" sz="2800" dirty="0" smtClean="0">
                <a:solidFill>
                  <a:schemeClr val="tx1">
                    <a:lumMod val="95000"/>
                    <a:lumOff val="5000"/>
                  </a:schemeClr>
                </a:solidFill>
                <a:latin typeface="Times New Roman" panose="02020603050405020304" pitchFamily="18" charset="0"/>
                <a:cs typeface="Times New Roman" panose="02020603050405020304" pitchFamily="18" charset="0"/>
              </a:rPr>
              <a:t>ASSISTANT.PROFESSOR</a:t>
            </a:r>
            <a:endParaRPr lang="en-IN" sz="28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830983A5-C6B5-999F-2362-DE883054254D}"/>
              </a:ext>
            </a:extLst>
          </p:cNvPr>
          <p:cNvSpPr txBox="1"/>
          <p:nvPr/>
        </p:nvSpPr>
        <p:spPr>
          <a:xfrm>
            <a:off x="12255700" y="6158409"/>
            <a:ext cx="5346500" cy="2308324"/>
          </a:xfrm>
          <a:prstGeom prst="rect">
            <a:avLst/>
          </a:prstGeom>
          <a:noFill/>
        </p:spPr>
        <p:txBody>
          <a:bodyPr wrap="square" rtlCol="0">
            <a:spAutoFit/>
          </a:bodyPr>
          <a:lstStyle/>
          <a:p>
            <a:pPr>
              <a:lnSpc>
                <a:spcPct val="150000"/>
              </a:lnSpc>
            </a:pPr>
            <a:r>
              <a:rPr lang="en-IN" sz="2400" b="1" dirty="0">
                <a:latin typeface="Times New Roman" panose="02020603050405020304" pitchFamily="18" charset="0"/>
                <a:cs typeface="Times New Roman" panose="02020603050405020304" pitchFamily="18" charset="0"/>
              </a:rPr>
              <a:t>PRESENTED BY</a:t>
            </a:r>
            <a:r>
              <a:rPr lang="en-IN" sz="2400" b="1" u="sng" dirty="0">
                <a:latin typeface="Times New Roman" panose="02020603050405020304" pitchFamily="18" charset="0"/>
                <a:cs typeface="Times New Roman" panose="02020603050405020304" pitchFamily="18" charset="0"/>
              </a:rPr>
              <a:t> </a:t>
            </a:r>
          </a:p>
          <a:p>
            <a:pPr>
              <a:lnSpc>
                <a:spcPct val="150000"/>
              </a:lnSpc>
            </a:pPr>
            <a:r>
              <a:rPr lang="en-IN" sz="2400" dirty="0" smtClean="0">
                <a:latin typeface="Times New Roman" panose="02020603050405020304" pitchFamily="18" charset="0"/>
                <a:cs typeface="Times New Roman" panose="02020603050405020304" pitchFamily="18" charset="0"/>
              </a:rPr>
              <a:t>G.KRISHNA  </a:t>
            </a:r>
            <a:r>
              <a:rPr lang="en-IN" sz="2400" dirty="0">
                <a:latin typeface="Times New Roman" panose="02020603050405020304" pitchFamily="18" charset="0"/>
                <a:cs typeface="Times New Roman" panose="02020603050405020304" pitchFamily="18" charset="0"/>
              </a:rPr>
              <a:t>(</a:t>
            </a:r>
            <a:r>
              <a:rPr lang="en-IN" sz="2400" dirty="0" smtClean="0">
                <a:latin typeface="Times New Roman" panose="02020603050405020304" pitchFamily="18" charset="0"/>
                <a:cs typeface="Times New Roman" panose="02020603050405020304" pitchFamily="18" charset="0"/>
              </a:rPr>
              <a:t>22J21A6620)</a:t>
            </a:r>
            <a:endParaRPr lang="en-IN" sz="2400" dirty="0">
              <a:latin typeface="Times New Roman" panose="02020603050405020304" pitchFamily="18" charset="0"/>
              <a:cs typeface="Times New Roman" panose="02020603050405020304" pitchFamily="18" charset="0"/>
            </a:endParaRPr>
          </a:p>
          <a:p>
            <a:pPr>
              <a:lnSpc>
                <a:spcPct val="150000"/>
              </a:lnSpc>
            </a:pPr>
            <a:r>
              <a:rPr lang="en-IN" sz="2400" dirty="0" smtClean="0">
                <a:latin typeface="Times New Roman" panose="02020603050405020304" pitchFamily="18" charset="0"/>
                <a:cs typeface="Times New Roman" panose="02020603050405020304" pitchFamily="18" charset="0"/>
              </a:rPr>
              <a:t>A.MAHESH KUMAR (22J21A6602)</a:t>
            </a:r>
            <a:endParaRPr lang="en-IN" sz="2400" dirty="0">
              <a:latin typeface="Times New Roman" panose="02020603050405020304" pitchFamily="18" charset="0"/>
              <a:cs typeface="Times New Roman" panose="02020603050405020304" pitchFamily="18" charset="0"/>
            </a:endParaRPr>
          </a:p>
          <a:p>
            <a:pPr>
              <a:lnSpc>
                <a:spcPct val="150000"/>
              </a:lnSpc>
            </a:pPr>
            <a:r>
              <a:rPr lang="en-IN" sz="2400" dirty="0" smtClean="0">
                <a:latin typeface="Times New Roman" panose="02020603050405020304" pitchFamily="18" charset="0"/>
                <a:cs typeface="Times New Roman" panose="02020603050405020304" pitchFamily="18" charset="0"/>
              </a:rPr>
              <a:t>D MADHU </a:t>
            </a:r>
            <a:r>
              <a:rPr lang="en-IN" sz="2400" dirty="0">
                <a:latin typeface="Times New Roman" panose="02020603050405020304" pitchFamily="18" charset="0"/>
                <a:cs typeface="Times New Roman" panose="02020603050405020304" pitchFamily="18" charset="0"/>
              </a:rPr>
              <a:t>(</a:t>
            </a:r>
            <a:r>
              <a:rPr lang="en-IN" sz="2400" dirty="0" smtClean="0">
                <a:latin typeface="Times New Roman" panose="02020603050405020304" pitchFamily="18" charset="0"/>
                <a:cs typeface="Times New Roman" panose="02020603050405020304" pitchFamily="18" charset="0"/>
              </a:rPr>
              <a:t>22J21A6616)</a:t>
            </a:r>
            <a:endParaRPr lang="en-IN" sz="24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1166399" y="1233825"/>
            <a:ext cx="6910801" cy="1154162"/>
          </a:xfrm>
          <a:prstGeom prst="rect">
            <a:avLst/>
          </a:prstGeom>
        </p:spPr>
        <p:txBody>
          <a:bodyPr wrap="square" lIns="0" tIns="0" rIns="0" bIns="0" rtlCol="0" anchor="t">
            <a:spAutoFit/>
          </a:bodyPr>
          <a:lstStyle/>
          <a:p>
            <a:pPr algn="l">
              <a:lnSpc>
                <a:spcPts val="8959"/>
              </a:lnSpc>
            </a:pPr>
            <a:r>
              <a:rPr lang="en-US" sz="6399" dirty="0">
                <a:solidFill>
                  <a:srgbClr val="000000"/>
                </a:solidFill>
                <a:latin typeface="DM Serif Display"/>
                <a:ea typeface="DM Serif Display"/>
                <a:cs typeface="DM Serif Display"/>
                <a:sym typeface="DM Serif Display"/>
              </a:rPr>
              <a:t>Table of Contents</a:t>
            </a:r>
          </a:p>
        </p:txBody>
      </p:sp>
      <p:sp>
        <p:nvSpPr>
          <p:cNvPr id="5" name="AutoShape 5"/>
          <p:cNvSpPr/>
          <p:nvPr/>
        </p:nvSpPr>
        <p:spPr>
          <a:xfrm>
            <a:off x="1166399" y="1028700"/>
            <a:ext cx="687324" cy="0"/>
          </a:xfrm>
          <a:prstGeom prst="line">
            <a:avLst/>
          </a:prstGeom>
          <a:ln w="76200" cap="flat">
            <a:solidFill>
              <a:srgbClr val="000000"/>
            </a:solidFill>
            <a:prstDash val="solid"/>
            <a:headEnd type="none" w="sm" len="sm"/>
            <a:tailEnd type="none" w="sm" len="sm"/>
          </a:ln>
        </p:spPr>
      </p:sp>
      <p:sp>
        <p:nvSpPr>
          <p:cNvPr id="28" name="TextBox 27"/>
          <p:cNvSpPr txBox="1"/>
          <p:nvPr/>
        </p:nvSpPr>
        <p:spPr>
          <a:xfrm>
            <a:off x="2743200" y="2593111"/>
            <a:ext cx="9296400" cy="5509200"/>
          </a:xfrm>
          <a:prstGeom prst="rect">
            <a:avLst/>
          </a:prstGeom>
          <a:noFill/>
        </p:spPr>
        <p:txBody>
          <a:bodyPr wrap="square" rtlCol="0">
            <a:spAutoFit/>
          </a:bodyPr>
          <a:lstStyle/>
          <a:p>
            <a:r>
              <a:rPr lang="en-US" sz="4400" dirty="0" smtClean="0">
                <a:latin typeface="DM Serif Display" panose="020B0604020202020204" charset="0"/>
              </a:rPr>
              <a:t>1.Abstract</a:t>
            </a:r>
          </a:p>
          <a:p>
            <a:r>
              <a:rPr lang="en-US" sz="4400" dirty="0" smtClean="0">
                <a:latin typeface="DM Serif Display" panose="020B0604020202020204" charset="0"/>
              </a:rPr>
              <a:t>2.Title Justification</a:t>
            </a:r>
          </a:p>
          <a:p>
            <a:r>
              <a:rPr lang="en-US" sz="4400" dirty="0" smtClean="0">
                <a:latin typeface="DM Serif Display" panose="020B0604020202020204" charset="0"/>
              </a:rPr>
              <a:t>3.Existing system</a:t>
            </a:r>
          </a:p>
          <a:p>
            <a:r>
              <a:rPr lang="en-US" sz="4400" dirty="0" smtClean="0">
                <a:latin typeface="DM Serif Display" panose="020B0604020202020204" charset="0"/>
              </a:rPr>
              <a:t>4.Limitations</a:t>
            </a:r>
          </a:p>
          <a:p>
            <a:r>
              <a:rPr lang="en-US" sz="4400" dirty="0" smtClean="0">
                <a:latin typeface="DM Serif Display" panose="020B0604020202020204" charset="0"/>
              </a:rPr>
              <a:t>5.Proposed system</a:t>
            </a:r>
          </a:p>
          <a:p>
            <a:r>
              <a:rPr lang="en-US" sz="4400" dirty="0" smtClean="0">
                <a:latin typeface="DM Serif Display" panose="020B0604020202020204" charset="0"/>
              </a:rPr>
              <a:t>6.Advantages</a:t>
            </a:r>
          </a:p>
          <a:p>
            <a:r>
              <a:rPr lang="en-US" sz="4400" dirty="0" smtClean="0">
                <a:latin typeface="DM Serif Display" panose="020B0604020202020204" charset="0"/>
              </a:rPr>
              <a:t>7.Software requirements</a:t>
            </a:r>
          </a:p>
          <a:p>
            <a:r>
              <a:rPr lang="en-US" sz="4400" dirty="0" smtClean="0">
                <a:latin typeface="DM Serif Display" panose="020B0604020202020204" charset="0"/>
              </a:rPr>
              <a:t>8.Hardware requirements</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AutoShape 6"/>
          <p:cNvSpPr/>
          <p:nvPr/>
        </p:nvSpPr>
        <p:spPr>
          <a:xfrm>
            <a:off x="1166399" y="1028700"/>
            <a:ext cx="687324" cy="0"/>
          </a:xfrm>
          <a:prstGeom prst="line">
            <a:avLst/>
          </a:prstGeom>
          <a:ln w="76200" cap="flat">
            <a:solidFill>
              <a:srgbClr val="000000"/>
            </a:solidFill>
            <a:prstDash val="solid"/>
            <a:headEnd type="none" w="sm" len="sm"/>
            <a:tailEnd type="none" w="sm" len="sm"/>
          </a:ln>
        </p:spPr>
      </p:sp>
      <p:sp>
        <p:nvSpPr>
          <p:cNvPr id="15" name="TextBox 15"/>
          <p:cNvSpPr txBox="1"/>
          <p:nvPr/>
        </p:nvSpPr>
        <p:spPr>
          <a:xfrm>
            <a:off x="1166399" y="1233825"/>
            <a:ext cx="6987001" cy="1107932"/>
          </a:xfrm>
          <a:prstGeom prst="rect">
            <a:avLst/>
          </a:prstGeom>
        </p:spPr>
        <p:txBody>
          <a:bodyPr wrap="square" lIns="0" tIns="0" rIns="0" bIns="0" rtlCol="0" anchor="t">
            <a:spAutoFit/>
          </a:bodyPr>
          <a:lstStyle/>
          <a:p>
            <a:pPr>
              <a:lnSpc>
                <a:spcPts val="8959"/>
              </a:lnSpc>
            </a:pPr>
            <a:r>
              <a:rPr lang="en-IN" sz="6600" b="1" dirty="0">
                <a:latin typeface="DM Serif Display" panose="020B0604020202020204" charset="0"/>
              </a:rPr>
              <a:t>Introduction</a:t>
            </a:r>
            <a:endParaRPr lang="en-US" sz="6399" b="1" dirty="0">
              <a:solidFill>
                <a:srgbClr val="000000"/>
              </a:solidFill>
              <a:latin typeface="DM Serif Display" panose="020B0604020202020204" charset="0"/>
              <a:ea typeface="DM Serif Display"/>
              <a:cs typeface="DM Serif Display"/>
              <a:sym typeface="DM Serif Display"/>
            </a:endParaRPr>
          </a:p>
        </p:txBody>
      </p:sp>
      <p:sp>
        <p:nvSpPr>
          <p:cNvPr id="16" name="TextBox 16"/>
          <p:cNvSpPr txBox="1"/>
          <p:nvPr/>
        </p:nvSpPr>
        <p:spPr>
          <a:xfrm>
            <a:off x="1853722" y="2762216"/>
            <a:ext cx="14529277" cy="4431983"/>
          </a:xfrm>
          <a:prstGeom prst="rect">
            <a:avLst/>
          </a:prstGeom>
        </p:spPr>
        <p:txBody>
          <a:bodyPr wrap="square" lIns="0" tIns="0" rIns="0" bIns="0" rtlCol="0" anchor="t">
            <a:spAutoFit/>
          </a:bodyPr>
          <a:lstStyle/>
          <a:p>
            <a:pPr algn="just"/>
            <a:r>
              <a:rPr lang="en-US" sz="3600" dirty="0">
                <a:latin typeface="Times New Roman" panose="02020603050405020304" pitchFamily="18" charset="0"/>
                <a:cs typeface="Times New Roman" panose="02020603050405020304" pitchFamily="18" charset="0"/>
              </a:rPr>
              <a:t>With the rapid growth of digital communication, protecting sensitive information has become a major concern. Conventional security methods mainly rely on encryption, which makes data unreadable but still visible to attackers. This visibility often attracts hacking attempts. To overcome these issues, the proposed system introduces gesture-based control along with steganography. By using hand gestures for authentication and hiding data inside media files, the system ensures secure, contactless, and intelligent communication.</a:t>
            </a:r>
          </a:p>
        </p:txBody>
      </p:sp>
      <p:sp>
        <p:nvSpPr>
          <p:cNvPr id="18" name="TextBox 18"/>
          <p:cNvSpPr txBox="1"/>
          <p:nvPr/>
        </p:nvSpPr>
        <p:spPr>
          <a:xfrm>
            <a:off x="13671125" y="9142095"/>
            <a:ext cx="3450476" cy="273685"/>
          </a:xfrm>
          <a:prstGeom prst="rect">
            <a:avLst/>
          </a:prstGeom>
        </p:spPr>
        <p:txBody>
          <a:bodyPr lIns="0" tIns="0" rIns="0" bIns="0" rtlCol="0" anchor="t">
            <a:spAutoFit/>
          </a:bodyPr>
          <a:lstStyle/>
          <a:p>
            <a:pPr marL="0" lvl="0" indent="0" algn="r">
              <a:lnSpc>
                <a:spcPts val="2239"/>
              </a:lnSpc>
              <a:spcBef>
                <a:spcPct val="0"/>
              </a:spcBef>
            </a:pPr>
            <a:r>
              <a:rPr lang="en-US" sz="1599" spc="159">
                <a:solidFill>
                  <a:srgbClr val="000000">
                    <a:alpha val="49804"/>
                  </a:srgbClr>
                </a:solidFill>
                <a:latin typeface="Open Sauce"/>
                <a:ea typeface="Open Sauce"/>
                <a:cs typeface="Open Sauce"/>
                <a:sym typeface="Open Sauce"/>
              </a:rPr>
              <a:t>4</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2362200" y="1409700"/>
            <a:ext cx="14837640" cy="584775"/>
          </a:xfrm>
          <a:prstGeom prst="rect">
            <a:avLst/>
          </a:prstGeom>
          <a:noFill/>
        </p:spPr>
        <p:txBody>
          <a:bodyPr wrap="square" rtlCol="0">
            <a:spAutoFit/>
          </a:bodyPr>
          <a:lstStyle/>
          <a:p>
            <a:r>
              <a:rPr lang="en-US" sz="3200" b="1" dirty="0">
                <a:solidFill>
                  <a:schemeClr val="bg1"/>
                </a:solidFill>
              </a:rPr>
              <a:t>Review of Video-Based Steganography for Secure Communication</a:t>
            </a:r>
            <a:endParaRPr lang="en-IN" sz="3200" b="1" dirty="0">
              <a:solidFill>
                <a:schemeClr val="bg1"/>
              </a:solidFill>
            </a:endParaRPr>
          </a:p>
        </p:txBody>
      </p:sp>
      <p:sp>
        <p:nvSpPr>
          <p:cNvPr id="6" name="TextBox 5"/>
          <p:cNvSpPr txBox="1"/>
          <p:nvPr/>
        </p:nvSpPr>
        <p:spPr>
          <a:xfrm>
            <a:off x="5791200" y="571500"/>
            <a:ext cx="9601200" cy="769441"/>
          </a:xfrm>
          <a:prstGeom prst="rect">
            <a:avLst/>
          </a:prstGeom>
          <a:noFill/>
        </p:spPr>
        <p:txBody>
          <a:bodyPr wrap="square" rtlCol="0">
            <a:spAutoFit/>
          </a:bodyPr>
          <a:lstStyle/>
          <a:p>
            <a:r>
              <a:rPr lang="en-US" sz="4400" b="1" dirty="0">
                <a:solidFill>
                  <a:schemeClr val="bg1"/>
                </a:solidFill>
                <a:latin typeface="Times New Roman" panose="02020603050405020304" pitchFamily="18" charset="0"/>
                <a:cs typeface="Times New Roman" panose="02020603050405020304" pitchFamily="18" charset="0"/>
              </a:rPr>
              <a:t>LITERATURE </a:t>
            </a:r>
            <a:r>
              <a:rPr lang="en-US" sz="4400" b="1" dirty="0" smtClean="0">
                <a:solidFill>
                  <a:schemeClr val="bg1"/>
                </a:solidFill>
                <a:latin typeface="Times New Roman" panose="02020603050405020304" pitchFamily="18" charset="0"/>
                <a:cs typeface="Times New Roman" panose="02020603050405020304" pitchFamily="18" charset="0"/>
              </a:rPr>
              <a:t>SURVEY</a:t>
            </a:r>
            <a:endParaRPr lang="en-US" sz="4400" b="1" dirty="0">
              <a:solidFill>
                <a:schemeClr val="bg1"/>
              </a:solidFill>
              <a:latin typeface="Times New Roman" panose="02020603050405020304" pitchFamily="18" charset="0"/>
              <a:cs typeface="Times New Roman" panose="02020603050405020304" pitchFamily="18" charset="0"/>
            </a:endParaRPr>
          </a:p>
        </p:txBody>
      </p:sp>
      <p:graphicFrame>
        <p:nvGraphicFramePr>
          <p:cNvPr id="8" name="Content Placeholder 7"/>
          <p:cNvGraphicFramePr>
            <a:graphicFrameLocks noGrp="1"/>
          </p:cNvGraphicFramePr>
          <p:nvPr>
            <p:ph idx="1"/>
            <p:extLst>
              <p:ext uri="{D42A27DB-BD31-4B8C-83A1-F6EECF244321}">
                <p14:modId xmlns:p14="http://schemas.microsoft.com/office/powerpoint/2010/main" val="2148689054"/>
              </p:ext>
            </p:extLst>
          </p:nvPr>
        </p:nvGraphicFramePr>
        <p:xfrm>
          <a:off x="1025524" y="3009900"/>
          <a:ext cx="15662275" cy="5867400"/>
        </p:xfrm>
        <a:graphic>
          <a:graphicData uri="http://schemas.openxmlformats.org/drawingml/2006/table">
            <a:tbl>
              <a:tblPr>
                <a:tableStyleId>{D113A9D2-9D6B-4929-AA2D-F23B5EE8CBE7}</a:tableStyleId>
              </a:tblPr>
              <a:tblGrid>
                <a:gridCol w="3132455">
                  <a:extLst>
                    <a:ext uri="{9D8B030D-6E8A-4147-A177-3AD203B41FA5}">
                      <a16:colId xmlns:a16="http://schemas.microsoft.com/office/drawing/2014/main" val="4135342629"/>
                    </a:ext>
                  </a:extLst>
                </a:gridCol>
                <a:gridCol w="3132455">
                  <a:extLst>
                    <a:ext uri="{9D8B030D-6E8A-4147-A177-3AD203B41FA5}">
                      <a16:colId xmlns:a16="http://schemas.microsoft.com/office/drawing/2014/main" val="600693465"/>
                    </a:ext>
                  </a:extLst>
                </a:gridCol>
                <a:gridCol w="3132455">
                  <a:extLst>
                    <a:ext uri="{9D8B030D-6E8A-4147-A177-3AD203B41FA5}">
                      <a16:colId xmlns:a16="http://schemas.microsoft.com/office/drawing/2014/main" val="1675511789"/>
                    </a:ext>
                  </a:extLst>
                </a:gridCol>
                <a:gridCol w="3132455">
                  <a:extLst>
                    <a:ext uri="{9D8B030D-6E8A-4147-A177-3AD203B41FA5}">
                      <a16:colId xmlns:a16="http://schemas.microsoft.com/office/drawing/2014/main" val="3031556897"/>
                    </a:ext>
                  </a:extLst>
                </a:gridCol>
                <a:gridCol w="3132455">
                  <a:extLst>
                    <a:ext uri="{9D8B030D-6E8A-4147-A177-3AD203B41FA5}">
                      <a16:colId xmlns:a16="http://schemas.microsoft.com/office/drawing/2014/main" val="1754101267"/>
                    </a:ext>
                  </a:extLst>
                </a:gridCol>
              </a:tblGrid>
              <a:tr h="1380565">
                <a:tc>
                  <a:txBody>
                    <a:bodyPr/>
                    <a:lstStyle/>
                    <a:p>
                      <a:r>
                        <a:rPr lang="en-IN"/>
                        <a:t>Title</a:t>
                      </a:r>
                    </a:p>
                  </a:txBody>
                  <a:tcPr anchor="ctr"/>
                </a:tc>
                <a:tc>
                  <a:txBody>
                    <a:bodyPr/>
                    <a:lstStyle/>
                    <a:p>
                      <a:r>
                        <a:rPr lang="en-IN"/>
                        <a:t>Author</a:t>
                      </a:r>
                    </a:p>
                  </a:txBody>
                  <a:tcPr anchor="ctr"/>
                </a:tc>
                <a:tc>
                  <a:txBody>
                    <a:bodyPr/>
                    <a:lstStyle/>
                    <a:p>
                      <a:r>
                        <a:rPr lang="en-IN"/>
                        <a:t>Methodology</a:t>
                      </a:r>
                    </a:p>
                  </a:txBody>
                  <a:tcPr anchor="ctr"/>
                </a:tc>
                <a:tc>
                  <a:txBody>
                    <a:bodyPr/>
                    <a:lstStyle/>
                    <a:p>
                      <a:r>
                        <a:rPr lang="en-IN"/>
                        <a:t>Drawbacks</a:t>
                      </a:r>
                    </a:p>
                  </a:txBody>
                  <a:tcPr anchor="ctr"/>
                </a:tc>
                <a:tc>
                  <a:txBody>
                    <a:bodyPr/>
                    <a:lstStyle/>
                    <a:p>
                      <a:r>
                        <a:rPr lang="en-IN"/>
                        <a:t>Improvement in Our Project</a:t>
                      </a:r>
                    </a:p>
                  </a:txBody>
                  <a:tcPr anchor="ctr"/>
                </a:tc>
                <a:extLst>
                  <a:ext uri="{0D108BD9-81ED-4DB2-BD59-A6C34878D82A}">
                    <a16:rowId xmlns:a16="http://schemas.microsoft.com/office/drawing/2014/main" val="856263059"/>
                  </a:ext>
                </a:extLst>
              </a:tr>
              <a:tr h="4486835">
                <a:tc>
                  <a:txBody>
                    <a:bodyPr/>
                    <a:lstStyle/>
                    <a:p>
                      <a:r>
                        <a:rPr lang="en-US" dirty="0"/>
                        <a:t>Data Encryption and Decryption Using Steganography</a:t>
                      </a:r>
                    </a:p>
                  </a:txBody>
                  <a:tcPr anchor="ctr"/>
                </a:tc>
                <a:tc>
                  <a:txBody>
                    <a:bodyPr/>
                    <a:lstStyle/>
                    <a:p>
                      <a:r>
                        <a:rPr lang="en-IN" dirty="0"/>
                        <a:t>N. Manohar et al.</a:t>
                      </a:r>
                    </a:p>
                  </a:txBody>
                  <a:tcPr anchor="ctr"/>
                </a:tc>
                <a:tc>
                  <a:txBody>
                    <a:bodyPr/>
                    <a:lstStyle/>
                    <a:p>
                      <a:r>
                        <a:rPr lang="en-US" dirty="0"/>
                        <a:t>Video steganography using LSB, Neural Networks, and Fuzzy Logic with PSNR and MSE evaluation</a:t>
                      </a:r>
                    </a:p>
                  </a:txBody>
                  <a:tcPr anchor="ctr"/>
                </a:tc>
                <a:tc>
                  <a:txBody>
                    <a:bodyPr/>
                    <a:lstStyle/>
                    <a:p>
                      <a:r>
                        <a:rPr lang="en-US"/>
                        <a:t>Uses only steganography, no authentication layer, high computational complexity</a:t>
                      </a:r>
                    </a:p>
                  </a:txBody>
                  <a:tcPr anchor="ctr"/>
                </a:tc>
                <a:tc>
                  <a:txBody>
                    <a:bodyPr/>
                    <a:lstStyle/>
                    <a:p>
                      <a:r>
                        <a:rPr lang="en-US" dirty="0"/>
                        <a:t>Adds gesture-based authentication with steganography to provide dual-layer security</a:t>
                      </a:r>
                    </a:p>
                  </a:txBody>
                  <a:tcPr anchor="ctr"/>
                </a:tc>
                <a:extLst>
                  <a:ext uri="{0D108BD9-81ED-4DB2-BD59-A6C34878D82A}">
                    <a16:rowId xmlns:a16="http://schemas.microsoft.com/office/drawing/2014/main" val="2373788704"/>
                  </a:ext>
                </a:extLst>
              </a:tr>
            </a:tbl>
          </a:graphicData>
        </a:graphic>
      </p:graphicFrame>
    </p:spTree>
    <p:extLst>
      <p:ext uri="{BB962C8B-B14F-4D97-AF65-F5344CB8AC3E}">
        <p14:creationId xmlns:p14="http://schemas.microsoft.com/office/powerpoint/2010/main" val="33179383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2362200" y="1409700"/>
            <a:ext cx="14837640" cy="707886"/>
          </a:xfrm>
          <a:prstGeom prst="rect">
            <a:avLst/>
          </a:prstGeom>
          <a:noFill/>
        </p:spPr>
        <p:txBody>
          <a:bodyPr wrap="square" rtlCol="0">
            <a:spAutoFit/>
          </a:bodyPr>
          <a:lstStyle/>
          <a:p>
            <a:r>
              <a:rPr lang="en-US" sz="4000" b="1" dirty="0">
                <a:solidFill>
                  <a:schemeClr val="bg1"/>
                </a:solidFill>
              </a:rPr>
              <a:t>Review of Advanced Video Steganography Methods</a:t>
            </a:r>
            <a:endParaRPr lang="en-IN" sz="4000" b="1" dirty="0">
              <a:solidFill>
                <a:schemeClr val="bg1"/>
              </a:solidFill>
            </a:endParaRPr>
          </a:p>
        </p:txBody>
      </p:sp>
      <p:sp>
        <p:nvSpPr>
          <p:cNvPr id="6" name="TextBox 5"/>
          <p:cNvSpPr txBox="1"/>
          <p:nvPr/>
        </p:nvSpPr>
        <p:spPr>
          <a:xfrm>
            <a:off x="5791200" y="571500"/>
            <a:ext cx="9601200" cy="769441"/>
          </a:xfrm>
          <a:prstGeom prst="rect">
            <a:avLst/>
          </a:prstGeom>
          <a:noFill/>
        </p:spPr>
        <p:txBody>
          <a:bodyPr wrap="square" rtlCol="0">
            <a:spAutoFit/>
          </a:bodyPr>
          <a:lstStyle/>
          <a:p>
            <a:r>
              <a:rPr lang="en-US" sz="4400" b="1" dirty="0">
                <a:solidFill>
                  <a:schemeClr val="bg1"/>
                </a:solidFill>
                <a:latin typeface="Times New Roman" panose="02020603050405020304" pitchFamily="18" charset="0"/>
                <a:cs typeface="Times New Roman" panose="02020603050405020304" pitchFamily="18" charset="0"/>
              </a:rPr>
              <a:t>LITERATURE </a:t>
            </a:r>
            <a:r>
              <a:rPr lang="en-US" sz="4400" b="1" dirty="0" smtClean="0">
                <a:solidFill>
                  <a:schemeClr val="bg1"/>
                </a:solidFill>
                <a:latin typeface="Times New Roman" panose="02020603050405020304" pitchFamily="18" charset="0"/>
                <a:cs typeface="Times New Roman" panose="02020603050405020304" pitchFamily="18" charset="0"/>
              </a:rPr>
              <a:t>SURVEY</a:t>
            </a:r>
            <a:endParaRPr lang="en-US" sz="4400" b="1" dirty="0">
              <a:solidFill>
                <a:schemeClr val="bg1"/>
              </a:solidFill>
              <a:latin typeface="Times New Roman" panose="02020603050405020304" pitchFamily="18" charset="0"/>
              <a:cs typeface="Times New Roman" panose="02020603050405020304" pitchFamily="18" charset="0"/>
            </a:endParaRPr>
          </a:p>
        </p:txBody>
      </p:sp>
      <p:graphicFrame>
        <p:nvGraphicFramePr>
          <p:cNvPr id="3" name="Content Placeholder 2"/>
          <p:cNvGraphicFramePr>
            <a:graphicFrameLocks noGrp="1"/>
          </p:cNvGraphicFramePr>
          <p:nvPr>
            <p:ph idx="1"/>
            <p:extLst>
              <p:ext uri="{D42A27DB-BD31-4B8C-83A1-F6EECF244321}">
                <p14:modId xmlns:p14="http://schemas.microsoft.com/office/powerpoint/2010/main" val="1740899811"/>
              </p:ext>
            </p:extLst>
          </p:nvPr>
        </p:nvGraphicFramePr>
        <p:xfrm>
          <a:off x="2057400" y="2781300"/>
          <a:ext cx="14706600" cy="5791200"/>
        </p:xfrm>
        <a:graphic>
          <a:graphicData uri="http://schemas.openxmlformats.org/drawingml/2006/table">
            <a:tbl>
              <a:tblPr>
                <a:tableStyleId>{D113A9D2-9D6B-4929-AA2D-F23B5EE8CBE7}</a:tableStyleId>
              </a:tblPr>
              <a:tblGrid>
                <a:gridCol w="2941320">
                  <a:extLst>
                    <a:ext uri="{9D8B030D-6E8A-4147-A177-3AD203B41FA5}">
                      <a16:colId xmlns:a16="http://schemas.microsoft.com/office/drawing/2014/main" val="3177997140"/>
                    </a:ext>
                  </a:extLst>
                </a:gridCol>
                <a:gridCol w="2941320">
                  <a:extLst>
                    <a:ext uri="{9D8B030D-6E8A-4147-A177-3AD203B41FA5}">
                      <a16:colId xmlns:a16="http://schemas.microsoft.com/office/drawing/2014/main" val="2117164267"/>
                    </a:ext>
                  </a:extLst>
                </a:gridCol>
                <a:gridCol w="2941320">
                  <a:extLst>
                    <a:ext uri="{9D8B030D-6E8A-4147-A177-3AD203B41FA5}">
                      <a16:colId xmlns:a16="http://schemas.microsoft.com/office/drawing/2014/main" val="2325520826"/>
                    </a:ext>
                  </a:extLst>
                </a:gridCol>
                <a:gridCol w="2941320">
                  <a:extLst>
                    <a:ext uri="{9D8B030D-6E8A-4147-A177-3AD203B41FA5}">
                      <a16:colId xmlns:a16="http://schemas.microsoft.com/office/drawing/2014/main" val="3540195176"/>
                    </a:ext>
                  </a:extLst>
                </a:gridCol>
                <a:gridCol w="2941320">
                  <a:extLst>
                    <a:ext uri="{9D8B030D-6E8A-4147-A177-3AD203B41FA5}">
                      <a16:colId xmlns:a16="http://schemas.microsoft.com/office/drawing/2014/main" val="3951391225"/>
                    </a:ext>
                  </a:extLst>
                </a:gridCol>
              </a:tblGrid>
              <a:tr h="1359872">
                <a:tc>
                  <a:txBody>
                    <a:bodyPr/>
                    <a:lstStyle/>
                    <a:p>
                      <a:r>
                        <a:rPr lang="en-IN" sz="2400"/>
                        <a:t>Title</a:t>
                      </a:r>
                    </a:p>
                  </a:txBody>
                  <a:tcPr marL="32572" marR="32572" marT="16286" marB="16286" anchor="ctr"/>
                </a:tc>
                <a:tc>
                  <a:txBody>
                    <a:bodyPr/>
                    <a:lstStyle/>
                    <a:p>
                      <a:r>
                        <a:rPr lang="en-IN" sz="2400"/>
                        <a:t>Author</a:t>
                      </a:r>
                    </a:p>
                  </a:txBody>
                  <a:tcPr marL="32572" marR="32572" marT="16286" marB="16286" anchor="ctr"/>
                </a:tc>
                <a:tc>
                  <a:txBody>
                    <a:bodyPr/>
                    <a:lstStyle/>
                    <a:p>
                      <a:r>
                        <a:rPr lang="en-IN" sz="2400"/>
                        <a:t>Methodology</a:t>
                      </a:r>
                    </a:p>
                  </a:txBody>
                  <a:tcPr marL="32572" marR="32572" marT="16286" marB="16286" anchor="ctr"/>
                </a:tc>
                <a:tc>
                  <a:txBody>
                    <a:bodyPr/>
                    <a:lstStyle/>
                    <a:p>
                      <a:r>
                        <a:rPr lang="en-IN" sz="2400"/>
                        <a:t>Drawbacks</a:t>
                      </a:r>
                    </a:p>
                  </a:txBody>
                  <a:tcPr marL="32572" marR="32572" marT="16286" marB="16286" anchor="ctr"/>
                </a:tc>
                <a:tc>
                  <a:txBody>
                    <a:bodyPr/>
                    <a:lstStyle/>
                    <a:p>
                      <a:r>
                        <a:rPr lang="en-IN" sz="2400"/>
                        <a:t>Improvement in Our Project</a:t>
                      </a:r>
                    </a:p>
                  </a:txBody>
                  <a:tcPr marL="32572" marR="32572" marT="16286" marB="16286" anchor="ctr"/>
                </a:tc>
                <a:extLst>
                  <a:ext uri="{0D108BD9-81ED-4DB2-BD59-A6C34878D82A}">
                    <a16:rowId xmlns:a16="http://schemas.microsoft.com/office/drawing/2014/main" val="292299551"/>
                  </a:ext>
                </a:extLst>
              </a:tr>
              <a:tr h="4431328">
                <a:tc>
                  <a:txBody>
                    <a:bodyPr/>
                    <a:lstStyle/>
                    <a:p>
                      <a:r>
                        <a:rPr lang="en-US" sz="2400"/>
                        <a:t>Directional Pixogram: A New Approach for Video Steganography</a:t>
                      </a:r>
                    </a:p>
                  </a:txBody>
                  <a:tcPr marL="32572" marR="32572" marT="16286" marB="16286" anchor="ctr"/>
                </a:tc>
                <a:tc>
                  <a:txBody>
                    <a:bodyPr/>
                    <a:lstStyle/>
                    <a:p>
                      <a:r>
                        <a:rPr lang="en-IN" sz="2400"/>
                        <a:t>Mohammed Baziyad et al.</a:t>
                      </a:r>
                    </a:p>
                  </a:txBody>
                  <a:tcPr marL="32572" marR="32572" marT="16286" marB="16286" anchor="ctr"/>
                </a:tc>
                <a:tc>
                  <a:txBody>
                    <a:bodyPr/>
                    <a:lstStyle/>
                    <a:p>
                      <a:r>
                        <a:rPr lang="en-US" sz="2400" dirty="0"/>
                        <a:t>Video steganography using motion vectors and DCT coefficients</a:t>
                      </a:r>
                    </a:p>
                  </a:txBody>
                  <a:tcPr marL="32572" marR="32572" marT="16286" marB="16286" anchor="ctr"/>
                </a:tc>
                <a:tc>
                  <a:txBody>
                    <a:bodyPr/>
                    <a:lstStyle/>
                    <a:p>
                      <a:r>
                        <a:rPr lang="en-US" sz="2400" dirty="0"/>
                        <a:t>High processing cost, suitable only for video, no authentication</a:t>
                      </a:r>
                    </a:p>
                  </a:txBody>
                  <a:tcPr marL="32572" marR="32572" marT="16286" marB="16286" anchor="ctr"/>
                </a:tc>
                <a:tc>
                  <a:txBody>
                    <a:bodyPr/>
                    <a:lstStyle/>
                    <a:p>
                      <a:r>
                        <a:rPr lang="en-US" sz="2400" dirty="0"/>
                        <a:t>Lightweight image-based steganography with gesture authentication</a:t>
                      </a:r>
                    </a:p>
                  </a:txBody>
                  <a:tcPr marL="32572" marR="32572" marT="16286" marB="16286" anchor="ctr"/>
                </a:tc>
                <a:extLst>
                  <a:ext uri="{0D108BD9-81ED-4DB2-BD59-A6C34878D82A}">
                    <a16:rowId xmlns:a16="http://schemas.microsoft.com/office/drawing/2014/main" val="3430136945"/>
                  </a:ext>
                </a:extLst>
              </a:tr>
            </a:tbl>
          </a:graphicData>
        </a:graphic>
      </p:graphicFrame>
    </p:spTree>
    <p:extLst>
      <p:ext uri="{BB962C8B-B14F-4D97-AF65-F5344CB8AC3E}">
        <p14:creationId xmlns:p14="http://schemas.microsoft.com/office/powerpoint/2010/main" val="37213908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2362200" y="1409700"/>
            <a:ext cx="14837640" cy="707886"/>
          </a:xfrm>
          <a:prstGeom prst="rect">
            <a:avLst/>
          </a:prstGeom>
          <a:noFill/>
        </p:spPr>
        <p:txBody>
          <a:bodyPr wrap="square" rtlCol="0">
            <a:spAutoFit/>
          </a:bodyPr>
          <a:lstStyle/>
          <a:p>
            <a:r>
              <a:rPr lang="en-US" sz="4000" b="1" dirty="0">
                <a:solidFill>
                  <a:schemeClr val="bg1"/>
                </a:solidFill>
              </a:rPr>
              <a:t>Review of Pixel-Based Image Steganography Algorithms</a:t>
            </a:r>
            <a:endParaRPr lang="en-IN" sz="4000" b="1" dirty="0">
              <a:solidFill>
                <a:schemeClr val="bg1"/>
              </a:solidFill>
            </a:endParaRPr>
          </a:p>
        </p:txBody>
      </p:sp>
      <p:sp>
        <p:nvSpPr>
          <p:cNvPr id="6" name="TextBox 5"/>
          <p:cNvSpPr txBox="1"/>
          <p:nvPr/>
        </p:nvSpPr>
        <p:spPr>
          <a:xfrm>
            <a:off x="5791200" y="571500"/>
            <a:ext cx="9601200" cy="769441"/>
          </a:xfrm>
          <a:prstGeom prst="rect">
            <a:avLst/>
          </a:prstGeom>
          <a:noFill/>
        </p:spPr>
        <p:txBody>
          <a:bodyPr wrap="square" rtlCol="0">
            <a:spAutoFit/>
          </a:bodyPr>
          <a:lstStyle/>
          <a:p>
            <a:r>
              <a:rPr lang="en-US" sz="4400" b="1" dirty="0">
                <a:solidFill>
                  <a:schemeClr val="bg1"/>
                </a:solidFill>
                <a:latin typeface="Times New Roman" panose="02020603050405020304" pitchFamily="18" charset="0"/>
                <a:cs typeface="Times New Roman" panose="02020603050405020304" pitchFamily="18" charset="0"/>
              </a:rPr>
              <a:t>LITERATURE </a:t>
            </a:r>
            <a:r>
              <a:rPr lang="en-US" sz="4400" b="1" dirty="0" smtClean="0">
                <a:solidFill>
                  <a:schemeClr val="bg1"/>
                </a:solidFill>
                <a:latin typeface="Times New Roman" panose="02020603050405020304" pitchFamily="18" charset="0"/>
                <a:cs typeface="Times New Roman" panose="02020603050405020304" pitchFamily="18" charset="0"/>
              </a:rPr>
              <a:t>SURVEY</a:t>
            </a:r>
            <a:endParaRPr lang="en-US" sz="4400" b="1" dirty="0">
              <a:solidFill>
                <a:schemeClr val="bg1"/>
              </a:solidFill>
              <a:latin typeface="Times New Roman" panose="02020603050405020304" pitchFamily="18" charset="0"/>
              <a:cs typeface="Times New Roman" panose="02020603050405020304" pitchFamily="18" charset="0"/>
            </a:endParaRPr>
          </a:p>
        </p:txBody>
      </p:sp>
      <p:graphicFrame>
        <p:nvGraphicFramePr>
          <p:cNvPr id="12" name="Content Placeholder 11"/>
          <p:cNvGraphicFramePr>
            <a:graphicFrameLocks noGrp="1"/>
          </p:cNvGraphicFramePr>
          <p:nvPr>
            <p:ph idx="1"/>
            <p:extLst>
              <p:ext uri="{D42A27DB-BD31-4B8C-83A1-F6EECF244321}">
                <p14:modId xmlns:p14="http://schemas.microsoft.com/office/powerpoint/2010/main" val="107520765"/>
              </p:ext>
            </p:extLst>
          </p:nvPr>
        </p:nvGraphicFramePr>
        <p:xfrm>
          <a:off x="1447800" y="3543300"/>
          <a:ext cx="16383000" cy="4724399"/>
        </p:xfrm>
        <a:graphic>
          <a:graphicData uri="http://schemas.openxmlformats.org/drawingml/2006/table">
            <a:tbl>
              <a:tblPr>
                <a:tableStyleId>{D113A9D2-9D6B-4929-AA2D-F23B5EE8CBE7}</a:tableStyleId>
              </a:tblPr>
              <a:tblGrid>
                <a:gridCol w="3276600">
                  <a:extLst>
                    <a:ext uri="{9D8B030D-6E8A-4147-A177-3AD203B41FA5}">
                      <a16:colId xmlns:a16="http://schemas.microsoft.com/office/drawing/2014/main" val="650487353"/>
                    </a:ext>
                  </a:extLst>
                </a:gridCol>
                <a:gridCol w="3276600">
                  <a:extLst>
                    <a:ext uri="{9D8B030D-6E8A-4147-A177-3AD203B41FA5}">
                      <a16:colId xmlns:a16="http://schemas.microsoft.com/office/drawing/2014/main" val="1328731926"/>
                    </a:ext>
                  </a:extLst>
                </a:gridCol>
                <a:gridCol w="3276600">
                  <a:extLst>
                    <a:ext uri="{9D8B030D-6E8A-4147-A177-3AD203B41FA5}">
                      <a16:colId xmlns:a16="http://schemas.microsoft.com/office/drawing/2014/main" val="4266719274"/>
                    </a:ext>
                  </a:extLst>
                </a:gridCol>
                <a:gridCol w="3276600">
                  <a:extLst>
                    <a:ext uri="{9D8B030D-6E8A-4147-A177-3AD203B41FA5}">
                      <a16:colId xmlns:a16="http://schemas.microsoft.com/office/drawing/2014/main" val="3988449255"/>
                    </a:ext>
                  </a:extLst>
                </a:gridCol>
                <a:gridCol w="3276600">
                  <a:extLst>
                    <a:ext uri="{9D8B030D-6E8A-4147-A177-3AD203B41FA5}">
                      <a16:colId xmlns:a16="http://schemas.microsoft.com/office/drawing/2014/main" val="1960704527"/>
                    </a:ext>
                  </a:extLst>
                </a:gridCol>
              </a:tblGrid>
              <a:tr h="1243263">
                <a:tc>
                  <a:txBody>
                    <a:bodyPr/>
                    <a:lstStyle/>
                    <a:p>
                      <a:r>
                        <a:rPr lang="en-IN" sz="2600"/>
                        <a:t>Title</a:t>
                      </a:r>
                    </a:p>
                  </a:txBody>
                  <a:tcPr marL="88424" marR="88424" marT="44212" marB="44212" anchor="ctr"/>
                </a:tc>
                <a:tc>
                  <a:txBody>
                    <a:bodyPr/>
                    <a:lstStyle/>
                    <a:p>
                      <a:r>
                        <a:rPr lang="en-IN" sz="2600"/>
                        <a:t>Author</a:t>
                      </a:r>
                    </a:p>
                  </a:txBody>
                  <a:tcPr marL="88424" marR="88424" marT="44212" marB="44212" anchor="ctr"/>
                </a:tc>
                <a:tc>
                  <a:txBody>
                    <a:bodyPr/>
                    <a:lstStyle/>
                    <a:p>
                      <a:r>
                        <a:rPr lang="en-IN" sz="2600"/>
                        <a:t>Methodology</a:t>
                      </a:r>
                    </a:p>
                  </a:txBody>
                  <a:tcPr marL="88424" marR="88424" marT="44212" marB="44212" anchor="ctr"/>
                </a:tc>
                <a:tc>
                  <a:txBody>
                    <a:bodyPr/>
                    <a:lstStyle/>
                    <a:p>
                      <a:r>
                        <a:rPr lang="en-IN" sz="2600"/>
                        <a:t>Drawbacks</a:t>
                      </a:r>
                    </a:p>
                  </a:txBody>
                  <a:tcPr marL="88424" marR="88424" marT="44212" marB="44212" anchor="ctr"/>
                </a:tc>
                <a:tc>
                  <a:txBody>
                    <a:bodyPr/>
                    <a:lstStyle/>
                    <a:p>
                      <a:r>
                        <a:rPr lang="en-IN" sz="2600"/>
                        <a:t>Improvement in Our Project</a:t>
                      </a:r>
                    </a:p>
                  </a:txBody>
                  <a:tcPr marL="88424" marR="88424" marT="44212" marB="44212" anchor="ctr"/>
                </a:tc>
                <a:extLst>
                  <a:ext uri="{0D108BD9-81ED-4DB2-BD59-A6C34878D82A}">
                    <a16:rowId xmlns:a16="http://schemas.microsoft.com/office/drawing/2014/main" val="1646792680"/>
                  </a:ext>
                </a:extLst>
              </a:tr>
              <a:tr h="3481136">
                <a:tc>
                  <a:txBody>
                    <a:bodyPr/>
                    <a:lstStyle/>
                    <a:p>
                      <a:r>
                        <a:rPr lang="en-US" sz="2600"/>
                        <a:t>A Novel Pixel-Based Steganography Algorithm in Image Hiding</a:t>
                      </a:r>
                    </a:p>
                  </a:txBody>
                  <a:tcPr marL="88424" marR="88424" marT="44212" marB="44212" anchor="ctr"/>
                </a:tc>
                <a:tc>
                  <a:txBody>
                    <a:bodyPr/>
                    <a:lstStyle/>
                    <a:p>
                      <a:r>
                        <a:rPr lang="da-DK" sz="2600" dirty="0"/>
                        <a:t>Jawwad A. R. Kazi et al.</a:t>
                      </a:r>
                    </a:p>
                  </a:txBody>
                  <a:tcPr marL="88424" marR="88424" marT="44212" marB="44212" anchor="ctr"/>
                </a:tc>
                <a:tc>
                  <a:txBody>
                    <a:bodyPr/>
                    <a:lstStyle/>
                    <a:p>
                      <a:r>
                        <a:rPr lang="en-US" sz="2600"/>
                        <a:t>Pixel-level embedding of text in images</a:t>
                      </a:r>
                    </a:p>
                  </a:txBody>
                  <a:tcPr marL="88424" marR="88424" marT="44212" marB="44212" anchor="ctr"/>
                </a:tc>
                <a:tc>
                  <a:txBody>
                    <a:bodyPr/>
                    <a:lstStyle/>
                    <a:p>
                      <a:r>
                        <a:rPr lang="en-US" sz="2600"/>
                        <a:t>Single-layer security, vulnerable if algorithm is known</a:t>
                      </a:r>
                    </a:p>
                  </a:txBody>
                  <a:tcPr marL="88424" marR="88424" marT="44212" marB="44212" anchor="ctr"/>
                </a:tc>
                <a:tc>
                  <a:txBody>
                    <a:bodyPr/>
                    <a:lstStyle/>
                    <a:p>
                      <a:r>
                        <a:rPr lang="en-US" sz="2600" dirty="0"/>
                        <a:t>Adds gesture-based verification for secure data extraction</a:t>
                      </a:r>
                    </a:p>
                  </a:txBody>
                  <a:tcPr marL="88424" marR="88424" marT="44212" marB="44212" anchor="ctr"/>
                </a:tc>
                <a:extLst>
                  <a:ext uri="{0D108BD9-81ED-4DB2-BD59-A6C34878D82A}">
                    <a16:rowId xmlns:a16="http://schemas.microsoft.com/office/drawing/2014/main" val="3802605574"/>
                  </a:ext>
                </a:extLst>
              </a:tr>
            </a:tbl>
          </a:graphicData>
        </a:graphic>
      </p:graphicFrame>
    </p:spTree>
    <p:extLst>
      <p:ext uri="{BB962C8B-B14F-4D97-AF65-F5344CB8AC3E}">
        <p14:creationId xmlns:p14="http://schemas.microsoft.com/office/powerpoint/2010/main" val="24235199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3"/>
          <p:cNvSpPr/>
          <p:nvPr/>
        </p:nvSpPr>
        <p:spPr>
          <a:xfrm>
            <a:off x="1166399" y="1028700"/>
            <a:ext cx="687324" cy="0"/>
          </a:xfrm>
          <a:prstGeom prst="line">
            <a:avLst/>
          </a:prstGeom>
          <a:ln w="76200" cap="flat">
            <a:solidFill>
              <a:srgbClr val="000000"/>
            </a:solidFill>
            <a:prstDash val="solid"/>
            <a:headEnd type="none" w="sm" len="sm"/>
            <a:tailEnd type="none" w="sm" len="sm"/>
          </a:ln>
        </p:spPr>
      </p:sp>
      <p:sp>
        <p:nvSpPr>
          <p:cNvPr id="5" name="TextBox 5"/>
          <p:cNvSpPr txBox="1"/>
          <p:nvPr/>
        </p:nvSpPr>
        <p:spPr>
          <a:xfrm>
            <a:off x="1166399" y="1233825"/>
            <a:ext cx="6574284" cy="1154162"/>
          </a:xfrm>
          <a:prstGeom prst="rect">
            <a:avLst/>
          </a:prstGeom>
        </p:spPr>
        <p:txBody>
          <a:bodyPr wrap="square" lIns="0" tIns="0" rIns="0" bIns="0" rtlCol="0" anchor="t">
            <a:spAutoFit/>
          </a:bodyPr>
          <a:lstStyle/>
          <a:p>
            <a:pPr>
              <a:lnSpc>
                <a:spcPts val="8959"/>
              </a:lnSpc>
            </a:pPr>
            <a:r>
              <a:rPr lang="en-IN" sz="6000" b="1" dirty="0">
                <a:latin typeface="DM Serif Display" panose="020B0604020202020204" charset="0"/>
              </a:rPr>
              <a:t>Existing </a:t>
            </a:r>
            <a:r>
              <a:rPr lang="en-IN" sz="6000" b="1" dirty="0" smtClean="0">
                <a:latin typeface="DM Serif Display" panose="020B0604020202020204" charset="0"/>
              </a:rPr>
              <a:t>System</a:t>
            </a:r>
            <a:endParaRPr lang="en-US" sz="6000" b="1" dirty="0">
              <a:solidFill>
                <a:srgbClr val="000000"/>
              </a:solidFill>
              <a:latin typeface="DM Serif Display" panose="020B0604020202020204" charset="0"/>
              <a:ea typeface="DM Serif Display"/>
              <a:cs typeface="DM Serif Display"/>
              <a:sym typeface="DM Serif Display"/>
            </a:endParaRPr>
          </a:p>
        </p:txBody>
      </p:sp>
      <p:sp>
        <p:nvSpPr>
          <p:cNvPr id="7" name="TextBox 7"/>
          <p:cNvSpPr txBox="1"/>
          <p:nvPr/>
        </p:nvSpPr>
        <p:spPr>
          <a:xfrm>
            <a:off x="13671125" y="9142095"/>
            <a:ext cx="3450476" cy="273685"/>
          </a:xfrm>
          <a:prstGeom prst="rect">
            <a:avLst/>
          </a:prstGeom>
        </p:spPr>
        <p:txBody>
          <a:bodyPr lIns="0" tIns="0" rIns="0" bIns="0" rtlCol="0" anchor="t">
            <a:spAutoFit/>
          </a:bodyPr>
          <a:lstStyle/>
          <a:p>
            <a:pPr marL="0" lvl="0" indent="0" algn="r">
              <a:lnSpc>
                <a:spcPts val="2239"/>
              </a:lnSpc>
              <a:spcBef>
                <a:spcPct val="0"/>
              </a:spcBef>
            </a:pPr>
            <a:r>
              <a:rPr lang="en-US" sz="1599" spc="159">
                <a:solidFill>
                  <a:srgbClr val="000000">
                    <a:alpha val="49804"/>
                  </a:srgbClr>
                </a:solidFill>
                <a:latin typeface="Open Sauce"/>
                <a:ea typeface="Open Sauce"/>
                <a:cs typeface="Open Sauce"/>
                <a:sym typeface="Open Sauce"/>
              </a:rPr>
              <a:t>5</a:t>
            </a:r>
          </a:p>
        </p:txBody>
      </p:sp>
      <p:sp>
        <p:nvSpPr>
          <p:cNvPr id="8" name="TextBox 8"/>
          <p:cNvSpPr txBox="1"/>
          <p:nvPr/>
        </p:nvSpPr>
        <p:spPr>
          <a:xfrm>
            <a:off x="1676400" y="2582720"/>
            <a:ext cx="14097000" cy="5539978"/>
          </a:xfrm>
          <a:prstGeom prst="rect">
            <a:avLst/>
          </a:prstGeom>
        </p:spPr>
        <p:txBody>
          <a:bodyPr wrap="square" lIns="0" tIns="0" rIns="0" bIns="0" rtlCol="0" anchor="t">
            <a:spAutoFit/>
          </a:bodyPr>
          <a:lstStyle/>
          <a:p>
            <a:r>
              <a:rPr lang="en-US" sz="3600" dirty="0">
                <a:latin typeface="Times New Roman" panose="02020603050405020304" pitchFamily="18" charset="0"/>
                <a:cs typeface="Times New Roman" panose="02020603050405020304" pitchFamily="18" charset="0"/>
              </a:rPr>
              <a:t>In the existing communication systems, most data protection methods depend on </a:t>
            </a:r>
            <a:r>
              <a:rPr lang="en-US" sz="3600" b="1" dirty="0">
                <a:latin typeface="Times New Roman" panose="02020603050405020304" pitchFamily="18" charset="0"/>
                <a:cs typeface="Times New Roman" panose="02020603050405020304" pitchFamily="18" charset="0"/>
              </a:rPr>
              <a:t>encryption</a:t>
            </a:r>
            <a:r>
              <a:rPr lang="en-US" sz="3600" dirty="0">
                <a:latin typeface="Times New Roman" panose="02020603050405020304" pitchFamily="18" charset="0"/>
                <a:cs typeface="Times New Roman" panose="02020603050405020304" pitchFamily="18" charset="0"/>
              </a:rPr>
              <a:t> and </a:t>
            </a:r>
            <a:r>
              <a:rPr lang="en-US" sz="3600" b="1" dirty="0">
                <a:latin typeface="Times New Roman" panose="02020603050405020304" pitchFamily="18" charset="0"/>
                <a:cs typeface="Times New Roman" panose="02020603050405020304" pitchFamily="18" charset="0"/>
              </a:rPr>
              <a:t>password-based security</a:t>
            </a:r>
            <a:r>
              <a:rPr lang="en-US" sz="3600" dirty="0">
                <a:latin typeface="Times New Roman" panose="02020603050405020304" pitchFamily="18" charset="0"/>
                <a:cs typeface="Times New Roman" panose="02020603050405020304" pitchFamily="18" charset="0"/>
              </a:rPr>
              <a:t>.</a:t>
            </a:r>
            <a:br>
              <a:rPr lang="en-US" sz="3600" dirty="0">
                <a:latin typeface="Times New Roman" panose="02020603050405020304" pitchFamily="18" charset="0"/>
                <a:cs typeface="Times New Roman" panose="02020603050405020304" pitchFamily="18" charset="0"/>
              </a:rPr>
            </a:br>
            <a:r>
              <a:rPr lang="en-US" sz="3600" dirty="0">
                <a:latin typeface="Times New Roman" panose="02020603050405020304" pitchFamily="18" charset="0"/>
                <a:cs typeface="Times New Roman" panose="02020603050405020304" pitchFamily="18" charset="0"/>
              </a:rPr>
              <a:t>Encryption hides the meaning of the message but does not hide the message itself — anyone can see that secret communication is happening.</a:t>
            </a:r>
            <a:br>
              <a:rPr lang="en-US" sz="3600" dirty="0">
                <a:latin typeface="Times New Roman" panose="02020603050405020304" pitchFamily="18" charset="0"/>
                <a:cs typeface="Times New Roman" panose="02020603050405020304" pitchFamily="18" charset="0"/>
              </a:rPr>
            </a:br>
            <a:r>
              <a:rPr lang="en-US" sz="3600" dirty="0">
                <a:latin typeface="Times New Roman" panose="02020603050405020304" pitchFamily="18" charset="0"/>
                <a:cs typeface="Times New Roman" panose="02020603050405020304" pitchFamily="18" charset="0"/>
              </a:rPr>
              <a:t>These systems mainly use </a:t>
            </a:r>
            <a:r>
              <a:rPr lang="en-US" sz="3600" b="1" dirty="0">
                <a:latin typeface="Times New Roman" panose="02020603050405020304" pitchFamily="18" charset="0"/>
                <a:cs typeface="Times New Roman" panose="02020603050405020304" pitchFamily="18" charset="0"/>
              </a:rPr>
              <a:t>text-based or key-based authentication</a:t>
            </a:r>
            <a:r>
              <a:rPr lang="en-US" sz="3600" dirty="0">
                <a:latin typeface="Times New Roman" panose="02020603050405020304" pitchFamily="18" charset="0"/>
                <a:cs typeface="Times New Roman" panose="02020603050405020304" pitchFamily="18" charset="0"/>
              </a:rPr>
              <a:t>, which can be easily targeted by hackers through brute-force or phishing attacks.</a:t>
            </a:r>
          </a:p>
          <a:p>
            <a:r>
              <a:rPr lang="en-US" sz="3600" dirty="0">
                <a:latin typeface="Times New Roman" panose="02020603050405020304" pitchFamily="18" charset="0"/>
                <a:cs typeface="Times New Roman" panose="02020603050405020304" pitchFamily="18" charset="0"/>
              </a:rPr>
              <a:t>Existing secure systems also lack </a:t>
            </a:r>
            <a:r>
              <a:rPr lang="en-US" sz="3600" b="1" dirty="0">
                <a:latin typeface="Times New Roman" panose="02020603050405020304" pitchFamily="18" charset="0"/>
                <a:cs typeface="Times New Roman" panose="02020603050405020304" pitchFamily="18" charset="0"/>
              </a:rPr>
              <a:t>gesture-based controls</a:t>
            </a:r>
            <a:r>
              <a:rPr lang="en-US" sz="3600" dirty="0">
                <a:latin typeface="Times New Roman" panose="02020603050405020304" pitchFamily="18" charset="0"/>
                <a:cs typeface="Times New Roman" panose="02020603050405020304" pitchFamily="18" charset="0"/>
              </a:rPr>
              <a:t>, which could make the communication more private and hands-free.</a:t>
            </a:r>
            <a:br>
              <a:rPr lang="en-US" sz="3600" dirty="0">
                <a:latin typeface="Times New Roman" panose="02020603050405020304" pitchFamily="18" charset="0"/>
                <a:cs typeface="Times New Roman" panose="02020603050405020304" pitchFamily="18" charset="0"/>
              </a:rPr>
            </a:br>
            <a:r>
              <a:rPr lang="en-US" sz="3600" dirty="0">
                <a:latin typeface="Times New Roman" panose="02020603050405020304" pitchFamily="18" charset="0"/>
                <a:cs typeface="Times New Roman" panose="02020603050405020304" pitchFamily="18" charset="0"/>
              </a:rPr>
              <a:t>Since there is no integration of </a:t>
            </a:r>
            <a:r>
              <a:rPr lang="en-US" sz="3600" b="1" dirty="0">
                <a:latin typeface="Times New Roman" panose="02020603050405020304" pitchFamily="18" charset="0"/>
                <a:cs typeface="Times New Roman" panose="02020603050405020304" pitchFamily="18" charset="0"/>
              </a:rPr>
              <a:t>steganography</a:t>
            </a:r>
            <a:r>
              <a:rPr lang="en-US" sz="3600" dirty="0">
                <a:latin typeface="Times New Roman" panose="02020603050405020304" pitchFamily="18" charset="0"/>
                <a:cs typeface="Times New Roman" panose="02020603050405020304" pitchFamily="18" charset="0"/>
              </a:rPr>
              <a:t> or </a:t>
            </a:r>
            <a:r>
              <a:rPr lang="en-US" sz="3600" b="1" dirty="0">
                <a:latin typeface="Times New Roman" panose="02020603050405020304" pitchFamily="18" charset="0"/>
                <a:cs typeface="Times New Roman" panose="02020603050405020304" pitchFamily="18" charset="0"/>
              </a:rPr>
              <a:t>gesture recognition</a:t>
            </a:r>
            <a:r>
              <a:rPr lang="en-US" sz="3600" dirty="0">
                <a:latin typeface="Times New Roman" panose="02020603050405020304" pitchFamily="18" charset="0"/>
                <a:cs typeface="Times New Roman" panose="02020603050405020304" pitchFamily="18" charset="0"/>
              </a:rPr>
              <a:t>, the level of security remains limited.</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3"/>
          <p:cNvSpPr/>
          <p:nvPr/>
        </p:nvSpPr>
        <p:spPr>
          <a:xfrm>
            <a:off x="1166399" y="1028700"/>
            <a:ext cx="687324" cy="0"/>
          </a:xfrm>
          <a:prstGeom prst="line">
            <a:avLst/>
          </a:prstGeom>
          <a:ln w="76200" cap="flat">
            <a:solidFill>
              <a:srgbClr val="000000"/>
            </a:solidFill>
            <a:prstDash val="solid"/>
            <a:headEnd type="none" w="sm" len="sm"/>
            <a:tailEnd type="none" w="sm" len="sm"/>
          </a:ln>
        </p:spPr>
      </p:sp>
      <p:sp>
        <p:nvSpPr>
          <p:cNvPr id="4" name="TextBox 4"/>
          <p:cNvSpPr txBox="1"/>
          <p:nvPr/>
        </p:nvSpPr>
        <p:spPr>
          <a:xfrm>
            <a:off x="1166399" y="1233825"/>
            <a:ext cx="4952833" cy="1106200"/>
          </a:xfrm>
          <a:prstGeom prst="rect">
            <a:avLst/>
          </a:prstGeom>
        </p:spPr>
        <p:txBody>
          <a:bodyPr lIns="0" tIns="0" rIns="0" bIns="0" rtlCol="0" anchor="t">
            <a:spAutoFit/>
          </a:bodyPr>
          <a:lstStyle/>
          <a:p>
            <a:pPr algn="l">
              <a:lnSpc>
                <a:spcPts val="8959"/>
              </a:lnSpc>
            </a:pPr>
            <a:r>
              <a:rPr lang="en-US" sz="6399" dirty="0" smtClean="0">
                <a:solidFill>
                  <a:srgbClr val="000000"/>
                </a:solidFill>
                <a:latin typeface="DM Serif Display"/>
                <a:ea typeface="DM Serif Display"/>
                <a:cs typeface="DM Serif Display"/>
                <a:sym typeface="DM Serif Display"/>
              </a:rPr>
              <a:t>Limitations</a:t>
            </a:r>
            <a:endParaRPr lang="en-US" sz="6399" dirty="0">
              <a:solidFill>
                <a:srgbClr val="000000"/>
              </a:solidFill>
              <a:latin typeface="DM Serif Display"/>
              <a:ea typeface="DM Serif Display"/>
              <a:cs typeface="DM Serif Display"/>
              <a:sym typeface="DM Serif Display"/>
            </a:endParaRPr>
          </a:p>
        </p:txBody>
      </p:sp>
      <p:sp>
        <p:nvSpPr>
          <p:cNvPr id="6" name="TextBox 6"/>
          <p:cNvSpPr txBox="1"/>
          <p:nvPr/>
        </p:nvSpPr>
        <p:spPr>
          <a:xfrm>
            <a:off x="13671125" y="9142095"/>
            <a:ext cx="3450476" cy="273685"/>
          </a:xfrm>
          <a:prstGeom prst="rect">
            <a:avLst/>
          </a:prstGeom>
        </p:spPr>
        <p:txBody>
          <a:bodyPr lIns="0" tIns="0" rIns="0" bIns="0" rtlCol="0" anchor="t">
            <a:spAutoFit/>
          </a:bodyPr>
          <a:lstStyle/>
          <a:p>
            <a:pPr marL="0" lvl="0" indent="0" algn="r">
              <a:lnSpc>
                <a:spcPts val="2239"/>
              </a:lnSpc>
              <a:spcBef>
                <a:spcPct val="0"/>
              </a:spcBef>
            </a:pPr>
            <a:r>
              <a:rPr lang="en-US" sz="1599" spc="159">
                <a:solidFill>
                  <a:srgbClr val="000000">
                    <a:alpha val="49804"/>
                  </a:srgbClr>
                </a:solidFill>
                <a:latin typeface="Open Sauce"/>
                <a:ea typeface="Open Sauce"/>
                <a:cs typeface="Open Sauce"/>
                <a:sym typeface="Open Sauce"/>
              </a:rPr>
              <a:t>6</a:t>
            </a:r>
          </a:p>
        </p:txBody>
      </p:sp>
      <p:sp>
        <p:nvSpPr>
          <p:cNvPr id="34" name="TextBox 33"/>
          <p:cNvSpPr txBox="1"/>
          <p:nvPr/>
        </p:nvSpPr>
        <p:spPr>
          <a:xfrm>
            <a:off x="1853723" y="2857500"/>
            <a:ext cx="12548077" cy="5078313"/>
          </a:xfrm>
          <a:prstGeom prst="rect">
            <a:avLst/>
          </a:prstGeom>
          <a:noFill/>
        </p:spPr>
        <p:txBody>
          <a:bodyPr wrap="square" rtlCol="0">
            <a:spAutoFit/>
          </a:bodyPr>
          <a:lstStyle/>
          <a:p>
            <a:pPr lvl="0" eaLnBrk="0" fontAlgn="base" hangingPunct="0">
              <a:spcBef>
                <a:spcPct val="0"/>
              </a:spcBef>
              <a:spcAft>
                <a:spcPct val="0"/>
              </a:spcAft>
              <a:buFontTx/>
              <a:buChar char="•"/>
            </a:pPr>
            <a:r>
              <a:rPr lang="en-US" altLang="en-US" sz="3600" dirty="0">
                <a:latin typeface="Times New Roman" panose="02020603050405020304" pitchFamily="18" charset="0"/>
                <a:cs typeface="Times New Roman" panose="02020603050405020304" pitchFamily="18" charset="0"/>
              </a:rPr>
              <a:t>Only encryption is used, which can still attract attention to the hidden message.</a:t>
            </a:r>
          </a:p>
          <a:p>
            <a:pPr lvl="0" eaLnBrk="0" fontAlgn="base" hangingPunct="0">
              <a:spcBef>
                <a:spcPct val="0"/>
              </a:spcBef>
              <a:spcAft>
                <a:spcPct val="0"/>
              </a:spcAft>
              <a:buFontTx/>
              <a:buChar char="•"/>
            </a:pPr>
            <a:r>
              <a:rPr lang="en-US" altLang="en-US" sz="3600" dirty="0">
                <a:latin typeface="Times New Roman" panose="02020603050405020304" pitchFamily="18" charset="0"/>
                <a:cs typeface="Times New Roman" panose="02020603050405020304" pitchFamily="18" charset="0"/>
              </a:rPr>
              <a:t>Hackers can identify and try to break encrypted data.</a:t>
            </a:r>
          </a:p>
          <a:p>
            <a:pPr lvl="0" eaLnBrk="0" fontAlgn="base" hangingPunct="0">
              <a:spcBef>
                <a:spcPct val="0"/>
              </a:spcBef>
              <a:spcAft>
                <a:spcPct val="0"/>
              </a:spcAft>
              <a:buFontTx/>
              <a:buChar char="•"/>
            </a:pPr>
            <a:r>
              <a:rPr lang="en-US" altLang="en-US" sz="3600" dirty="0">
                <a:latin typeface="Times New Roman" panose="02020603050405020304" pitchFamily="18" charset="0"/>
                <a:cs typeface="Times New Roman" panose="02020603050405020304" pitchFamily="18" charset="0"/>
              </a:rPr>
              <a:t>No gesture-based or multi-layer security methods.</a:t>
            </a:r>
          </a:p>
          <a:p>
            <a:pPr lvl="0" eaLnBrk="0" fontAlgn="base" hangingPunct="0">
              <a:spcBef>
                <a:spcPct val="0"/>
              </a:spcBef>
              <a:spcAft>
                <a:spcPct val="0"/>
              </a:spcAft>
              <a:buFontTx/>
              <a:buChar char="•"/>
            </a:pPr>
            <a:r>
              <a:rPr lang="en-US" altLang="en-US" sz="3600" dirty="0">
                <a:latin typeface="Times New Roman" panose="02020603050405020304" pitchFamily="18" charset="0"/>
                <a:cs typeface="Times New Roman" panose="02020603050405020304" pitchFamily="18" charset="0"/>
              </a:rPr>
              <a:t>Risk of data leakage during transmission.</a:t>
            </a:r>
          </a:p>
          <a:p>
            <a:pPr lvl="0" eaLnBrk="0" fontAlgn="base" hangingPunct="0">
              <a:spcBef>
                <a:spcPct val="0"/>
              </a:spcBef>
              <a:spcAft>
                <a:spcPct val="0"/>
              </a:spcAft>
              <a:buFontTx/>
              <a:buChar char="•"/>
            </a:pPr>
            <a:r>
              <a:rPr lang="en-US" altLang="en-US" sz="3600" dirty="0">
                <a:latin typeface="Times New Roman" panose="02020603050405020304" pitchFamily="18" charset="0"/>
                <a:cs typeface="Times New Roman" panose="02020603050405020304" pitchFamily="18" charset="0"/>
              </a:rPr>
              <a:t>Not suitable for modern, real-time, or user-friendly communication.</a:t>
            </a:r>
          </a:p>
          <a:p>
            <a:pPr lvl="0" eaLnBrk="0" fontAlgn="base" hangingPunct="0">
              <a:spcBef>
                <a:spcPct val="0"/>
              </a:spcBef>
              <a:spcAft>
                <a:spcPct val="0"/>
              </a:spcAft>
              <a:buFontTx/>
              <a:buChar char="•"/>
            </a:pPr>
            <a:r>
              <a:rPr lang="en-US" altLang="en-US" sz="3600" dirty="0">
                <a:latin typeface="Times New Roman" panose="02020603050405020304" pitchFamily="18" charset="0"/>
                <a:cs typeface="Times New Roman" panose="02020603050405020304" pitchFamily="18" charset="0"/>
              </a:rPr>
              <a:t>Difficult for common users who are not familiar with complex encryption tools.</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3"/>
          <p:cNvSpPr/>
          <p:nvPr/>
        </p:nvSpPr>
        <p:spPr>
          <a:xfrm>
            <a:off x="1166399" y="1028700"/>
            <a:ext cx="687324" cy="0"/>
          </a:xfrm>
          <a:prstGeom prst="line">
            <a:avLst/>
          </a:prstGeom>
          <a:ln w="76200" cap="flat">
            <a:solidFill>
              <a:srgbClr val="000000"/>
            </a:solidFill>
            <a:prstDash val="solid"/>
            <a:headEnd type="none" w="sm" len="sm"/>
            <a:tailEnd type="none" w="sm" len="sm"/>
          </a:ln>
        </p:spPr>
      </p:sp>
      <p:sp>
        <p:nvSpPr>
          <p:cNvPr id="4" name="TextBox 4"/>
          <p:cNvSpPr txBox="1"/>
          <p:nvPr/>
        </p:nvSpPr>
        <p:spPr>
          <a:xfrm>
            <a:off x="1166399" y="1233825"/>
            <a:ext cx="7445029" cy="1106200"/>
          </a:xfrm>
          <a:prstGeom prst="rect">
            <a:avLst/>
          </a:prstGeom>
        </p:spPr>
        <p:txBody>
          <a:bodyPr lIns="0" tIns="0" rIns="0" bIns="0" rtlCol="0" anchor="t">
            <a:spAutoFit/>
          </a:bodyPr>
          <a:lstStyle/>
          <a:p>
            <a:pPr algn="l">
              <a:lnSpc>
                <a:spcPts val="8959"/>
              </a:lnSpc>
            </a:pPr>
            <a:r>
              <a:rPr lang="en-US" sz="6399" dirty="0" smtClean="0">
                <a:solidFill>
                  <a:srgbClr val="000000"/>
                </a:solidFill>
                <a:latin typeface="DM Serif Display"/>
                <a:ea typeface="DM Serif Display"/>
                <a:cs typeface="DM Serif Display"/>
                <a:sym typeface="DM Serif Display"/>
              </a:rPr>
              <a:t>Proposed System</a:t>
            </a:r>
            <a:endParaRPr lang="en-US" sz="6399" dirty="0">
              <a:solidFill>
                <a:srgbClr val="000000"/>
              </a:solidFill>
              <a:latin typeface="DM Serif Display"/>
              <a:ea typeface="DM Serif Display"/>
              <a:cs typeface="DM Serif Display"/>
              <a:sym typeface="DM Serif Display"/>
            </a:endParaRPr>
          </a:p>
        </p:txBody>
      </p:sp>
      <p:sp>
        <p:nvSpPr>
          <p:cNvPr id="6" name="TextBox 6"/>
          <p:cNvSpPr txBox="1"/>
          <p:nvPr/>
        </p:nvSpPr>
        <p:spPr>
          <a:xfrm>
            <a:off x="13671125" y="9142095"/>
            <a:ext cx="3450476" cy="273685"/>
          </a:xfrm>
          <a:prstGeom prst="rect">
            <a:avLst/>
          </a:prstGeom>
        </p:spPr>
        <p:txBody>
          <a:bodyPr lIns="0" tIns="0" rIns="0" bIns="0" rtlCol="0" anchor="t">
            <a:spAutoFit/>
          </a:bodyPr>
          <a:lstStyle/>
          <a:p>
            <a:pPr marL="0" lvl="0" indent="0" algn="r">
              <a:lnSpc>
                <a:spcPts val="2239"/>
              </a:lnSpc>
              <a:spcBef>
                <a:spcPct val="0"/>
              </a:spcBef>
            </a:pPr>
            <a:r>
              <a:rPr lang="en-US" sz="1599" spc="159">
                <a:solidFill>
                  <a:srgbClr val="000000">
                    <a:alpha val="49804"/>
                  </a:srgbClr>
                </a:solidFill>
                <a:latin typeface="Open Sauce"/>
                <a:ea typeface="Open Sauce"/>
                <a:cs typeface="Open Sauce"/>
                <a:sym typeface="Open Sauce"/>
              </a:rPr>
              <a:t>7</a:t>
            </a:r>
          </a:p>
        </p:txBody>
      </p:sp>
      <p:sp>
        <p:nvSpPr>
          <p:cNvPr id="14" name="TextBox 13"/>
          <p:cNvSpPr txBox="1"/>
          <p:nvPr/>
        </p:nvSpPr>
        <p:spPr>
          <a:xfrm>
            <a:off x="1516988" y="2644546"/>
            <a:ext cx="15094612" cy="6740307"/>
          </a:xfrm>
          <a:prstGeom prst="rect">
            <a:avLst/>
          </a:prstGeom>
          <a:noFill/>
        </p:spPr>
        <p:txBody>
          <a:bodyPr wrap="square" rtlCol="0">
            <a:spAutoFit/>
          </a:bodyPr>
          <a:lstStyle/>
          <a:p>
            <a:r>
              <a:rPr lang="en-US" sz="3600" dirty="0">
                <a:latin typeface="Times New Roman" panose="02020603050405020304" pitchFamily="18" charset="0"/>
                <a:cs typeface="Times New Roman" panose="02020603050405020304" pitchFamily="18" charset="0"/>
              </a:rPr>
              <a:t>The system combines </a:t>
            </a:r>
            <a:r>
              <a:rPr lang="en-US" sz="3600" b="1" dirty="0">
                <a:latin typeface="Times New Roman" panose="02020603050405020304" pitchFamily="18" charset="0"/>
                <a:cs typeface="Times New Roman" panose="02020603050405020304" pitchFamily="18" charset="0"/>
              </a:rPr>
              <a:t>gesture recognition</a:t>
            </a:r>
            <a:r>
              <a:rPr lang="en-US" sz="3600" dirty="0">
                <a:latin typeface="Times New Roman" panose="02020603050405020304" pitchFamily="18" charset="0"/>
                <a:cs typeface="Times New Roman" panose="02020603050405020304" pitchFamily="18" charset="0"/>
              </a:rPr>
              <a:t> and </a:t>
            </a:r>
            <a:r>
              <a:rPr lang="en-US" sz="3600" b="1" dirty="0">
                <a:latin typeface="Times New Roman" panose="02020603050405020304" pitchFamily="18" charset="0"/>
                <a:cs typeface="Times New Roman" panose="02020603050405020304" pitchFamily="18" charset="0"/>
              </a:rPr>
              <a:t>steganography</a:t>
            </a:r>
            <a:r>
              <a:rPr lang="en-US" sz="3600" dirty="0">
                <a:latin typeface="Times New Roman" panose="02020603050405020304" pitchFamily="18" charset="0"/>
                <a:cs typeface="Times New Roman" panose="02020603050405020304" pitchFamily="18" charset="0"/>
              </a:rPr>
              <a:t> for secure data communication.</a:t>
            </a:r>
          </a:p>
          <a:p>
            <a:r>
              <a:rPr lang="en-US" sz="3600" dirty="0">
                <a:latin typeface="Times New Roman" panose="02020603050405020304" pitchFamily="18" charset="0"/>
                <a:cs typeface="Times New Roman" panose="02020603050405020304" pitchFamily="18" charset="0"/>
              </a:rPr>
              <a:t>Users can use </a:t>
            </a:r>
            <a:r>
              <a:rPr lang="en-US" sz="3600" b="1" dirty="0">
                <a:latin typeface="Times New Roman" panose="02020603050405020304" pitchFamily="18" charset="0"/>
                <a:cs typeface="Times New Roman" panose="02020603050405020304" pitchFamily="18" charset="0"/>
              </a:rPr>
              <a:t>hand gestures</a:t>
            </a:r>
            <a:r>
              <a:rPr lang="en-US" sz="3600" dirty="0">
                <a:latin typeface="Times New Roman" panose="02020603050405020304" pitchFamily="18" charset="0"/>
                <a:cs typeface="Times New Roman" panose="02020603050405020304" pitchFamily="18" charset="0"/>
              </a:rPr>
              <a:t> instead of typing passwords or commands.</a:t>
            </a:r>
          </a:p>
          <a:p>
            <a:r>
              <a:rPr lang="en-US" sz="3600" dirty="0">
                <a:latin typeface="Times New Roman" panose="02020603050405020304" pitchFamily="18" charset="0"/>
                <a:cs typeface="Times New Roman" panose="02020603050405020304" pitchFamily="18" charset="0"/>
              </a:rPr>
              <a:t>Gestures are used to control the </a:t>
            </a:r>
            <a:r>
              <a:rPr lang="en-US" sz="3600" b="1" dirty="0">
                <a:latin typeface="Times New Roman" panose="02020603050405020304" pitchFamily="18" charset="0"/>
                <a:cs typeface="Times New Roman" panose="02020603050405020304" pitchFamily="18" charset="0"/>
              </a:rPr>
              <a:t>encoding (hiding)</a:t>
            </a:r>
            <a:r>
              <a:rPr lang="en-US" sz="3600" dirty="0">
                <a:latin typeface="Times New Roman" panose="02020603050405020304" pitchFamily="18" charset="0"/>
                <a:cs typeface="Times New Roman" panose="02020603050405020304" pitchFamily="18" charset="0"/>
              </a:rPr>
              <a:t> and </a:t>
            </a:r>
            <a:r>
              <a:rPr lang="en-US" sz="3600" b="1" dirty="0">
                <a:latin typeface="Times New Roman" panose="02020603050405020304" pitchFamily="18" charset="0"/>
                <a:cs typeface="Times New Roman" panose="02020603050405020304" pitchFamily="18" charset="0"/>
              </a:rPr>
              <a:t>decoding (revealing)</a:t>
            </a:r>
            <a:r>
              <a:rPr lang="en-US" sz="3600" dirty="0">
                <a:latin typeface="Times New Roman" panose="02020603050405020304" pitchFamily="18" charset="0"/>
                <a:cs typeface="Times New Roman" panose="02020603050405020304" pitchFamily="18" charset="0"/>
              </a:rPr>
              <a:t> of secret information.</a:t>
            </a:r>
          </a:p>
          <a:p>
            <a:r>
              <a:rPr lang="en-US" sz="3600" dirty="0">
                <a:latin typeface="Times New Roman" panose="02020603050405020304" pitchFamily="18" charset="0"/>
                <a:cs typeface="Times New Roman" panose="02020603050405020304" pitchFamily="18" charset="0"/>
              </a:rPr>
              <a:t>The hidden message is stored inside an </a:t>
            </a:r>
            <a:r>
              <a:rPr lang="en-US" sz="3600" b="1" dirty="0">
                <a:latin typeface="Times New Roman" panose="02020603050405020304" pitchFamily="18" charset="0"/>
                <a:cs typeface="Times New Roman" panose="02020603050405020304" pitchFamily="18" charset="0"/>
              </a:rPr>
              <a:t>image or media file</a:t>
            </a:r>
            <a:r>
              <a:rPr lang="en-US" sz="3600" dirty="0">
                <a:latin typeface="Times New Roman" panose="02020603050405020304" pitchFamily="18" charset="0"/>
                <a:cs typeface="Times New Roman" panose="02020603050405020304" pitchFamily="18" charset="0"/>
              </a:rPr>
              <a:t> using steganography, making it invisible to others.</a:t>
            </a:r>
          </a:p>
          <a:p>
            <a:r>
              <a:rPr lang="en-US" sz="3600" dirty="0">
                <a:latin typeface="Times New Roman" panose="02020603050405020304" pitchFamily="18" charset="0"/>
                <a:cs typeface="Times New Roman" panose="02020603050405020304" pitchFamily="18" charset="0"/>
              </a:rPr>
              <a:t>Only </a:t>
            </a:r>
            <a:r>
              <a:rPr lang="en-US" sz="3600" b="1" dirty="0">
                <a:latin typeface="Times New Roman" panose="02020603050405020304" pitchFamily="18" charset="0"/>
                <a:cs typeface="Times New Roman" panose="02020603050405020304" pitchFamily="18" charset="0"/>
              </a:rPr>
              <a:t>authorized users</a:t>
            </a:r>
            <a:r>
              <a:rPr lang="en-US" sz="3600" dirty="0">
                <a:latin typeface="Times New Roman" panose="02020603050405020304" pitchFamily="18" charset="0"/>
                <a:cs typeface="Times New Roman" panose="02020603050405020304" pitchFamily="18" charset="0"/>
              </a:rPr>
              <a:t> who know the correct gesture sequence can access or reveal the hidden data.</a:t>
            </a:r>
          </a:p>
          <a:p>
            <a:r>
              <a:rPr lang="en-US" sz="3600" b="1" dirty="0">
                <a:latin typeface="Times New Roman" panose="02020603050405020304" pitchFamily="18" charset="0"/>
                <a:cs typeface="Times New Roman" panose="02020603050405020304" pitchFamily="18" charset="0"/>
              </a:rPr>
              <a:t>Two-Layer Protection:</a:t>
            </a:r>
            <a:r>
              <a:rPr lang="en-US" sz="3600" dirty="0">
                <a:latin typeface="Times New Roman" panose="02020603050405020304" pitchFamily="18" charset="0"/>
                <a:cs typeface="Times New Roman" panose="02020603050405020304" pitchFamily="18" charset="0"/>
              </a:rPr>
              <a:t/>
            </a:r>
            <a:br>
              <a:rPr lang="en-US" sz="3600" dirty="0">
                <a:latin typeface="Times New Roman" panose="02020603050405020304" pitchFamily="18" charset="0"/>
                <a:cs typeface="Times New Roman" panose="02020603050405020304" pitchFamily="18" charset="0"/>
              </a:rPr>
            </a:br>
            <a:r>
              <a:rPr lang="en-US" sz="3600" dirty="0" smtClean="0">
                <a:latin typeface="Times New Roman" panose="02020603050405020304" pitchFamily="18" charset="0"/>
                <a:cs typeface="Times New Roman" panose="02020603050405020304" pitchFamily="18" charset="0"/>
              </a:rPr>
              <a:t>     </a:t>
            </a:r>
            <a:r>
              <a:rPr lang="en-US" sz="3600" b="1" dirty="0" smtClean="0">
                <a:latin typeface="Times New Roman" panose="02020603050405020304" pitchFamily="18" charset="0"/>
                <a:cs typeface="Times New Roman" panose="02020603050405020304" pitchFamily="18" charset="0"/>
              </a:rPr>
              <a:t>First </a:t>
            </a:r>
            <a:r>
              <a:rPr lang="en-US" sz="3600" b="1" dirty="0">
                <a:latin typeface="Times New Roman" panose="02020603050405020304" pitchFamily="18" charset="0"/>
                <a:cs typeface="Times New Roman" panose="02020603050405020304" pitchFamily="18" charset="0"/>
              </a:rPr>
              <a:t>Layer:</a:t>
            </a:r>
            <a:r>
              <a:rPr lang="en-US" sz="3600" dirty="0">
                <a:latin typeface="Times New Roman" panose="02020603050405020304" pitchFamily="18" charset="0"/>
                <a:cs typeface="Times New Roman" panose="02020603050405020304" pitchFamily="18" charset="0"/>
              </a:rPr>
              <a:t> Gestures act as an authentication key.</a:t>
            </a:r>
            <a:br>
              <a:rPr lang="en-US" sz="3600" dirty="0">
                <a:latin typeface="Times New Roman" panose="02020603050405020304" pitchFamily="18" charset="0"/>
                <a:cs typeface="Times New Roman" panose="02020603050405020304" pitchFamily="18" charset="0"/>
              </a:rPr>
            </a:br>
            <a:r>
              <a:rPr lang="en-US" sz="3600" dirty="0" smtClean="0">
                <a:latin typeface="Times New Roman" panose="02020603050405020304" pitchFamily="18" charset="0"/>
                <a:cs typeface="Times New Roman" panose="02020603050405020304" pitchFamily="18" charset="0"/>
              </a:rPr>
              <a:t>     </a:t>
            </a:r>
            <a:r>
              <a:rPr lang="en-US" sz="3600" b="1" dirty="0">
                <a:latin typeface="Times New Roman" panose="02020603050405020304" pitchFamily="18" charset="0"/>
                <a:cs typeface="Times New Roman" panose="02020603050405020304" pitchFamily="18" charset="0"/>
              </a:rPr>
              <a:t>Second Layer:</a:t>
            </a:r>
            <a:r>
              <a:rPr lang="en-US" sz="3600" dirty="0">
                <a:latin typeface="Times New Roman" panose="02020603050405020304" pitchFamily="18" charset="0"/>
                <a:cs typeface="Times New Roman" panose="02020603050405020304" pitchFamily="18" charset="0"/>
              </a:rPr>
              <a:t> Steganography hides the actual message inside a media file</a:t>
            </a:r>
            <a:r>
              <a:rPr lang="en-US" sz="3600" dirty="0" smtClean="0">
                <a:latin typeface="Times New Roman" panose="02020603050405020304" pitchFamily="18" charset="0"/>
                <a:cs typeface="Times New Roman" panose="02020603050405020304" pitchFamily="18" charset="0"/>
              </a:rPr>
              <a:t>.</a:t>
            </a:r>
            <a:endParaRPr lang="en-US" sz="36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3"/>
          <p:cNvSpPr/>
          <p:nvPr/>
        </p:nvSpPr>
        <p:spPr>
          <a:xfrm>
            <a:off x="1166399" y="1028700"/>
            <a:ext cx="687324" cy="0"/>
          </a:xfrm>
          <a:prstGeom prst="line">
            <a:avLst/>
          </a:prstGeom>
          <a:ln w="76200" cap="flat">
            <a:solidFill>
              <a:srgbClr val="000000"/>
            </a:solidFill>
            <a:prstDash val="solid"/>
            <a:headEnd type="none" w="sm" len="sm"/>
            <a:tailEnd type="none" w="sm" len="sm"/>
          </a:ln>
        </p:spPr>
      </p:sp>
      <p:sp>
        <p:nvSpPr>
          <p:cNvPr id="5" name="TextBox 5"/>
          <p:cNvSpPr txBox="1"/>
          <p:nvPr/>
        </p:nvSpPr>
        <p:spPr>
          <a:xfrm>
            <a:off x="1166399" y="1233825"/>
            <a:ext cx="10399168" cy="1106200"/>
          </a:xfrm>
          <a:prstGeom prst="rect">
            <a:avLst/>
          </a:prstGeom>
        </p:spPr>
        <p:txBody>
          <a:bodyPr lIns="0" tIns="0" rIns="0" bIns="0" rtlCol="0" anchor="t">
            <a:spAutoFit/>
          </a:bodyPr>
          <a:lstStyle/>
          <a:p>
            <a:pPr algn="l">
              <a:lnSpc>
                <a:spcPts val="8959"/>
              </a:lnSpc>
            </a:pPr>
            <a:r>
              <a:rPr lang="en-US" sz="6399" dirty="0" smtClean="0">
                <a:solidFill>
                  <a:srgbClr val="000000"/>
                </a:solidFill>
                <a:latin typeface="DM Serif Display"/>
                <a:ea typeface="DM Serif Display"/>
                <a:cs typeface="DM Serif Display"/>
                <a:sym typeface="DM Serif Display"/>
              </a:rPr>
              <a:t>Advantages </a:t>
            </a:r>
            <a:endParaRPr lang="en-US" sz="6399" dirty="0">
              <a:solidFill>
                <a:srgbClr val="000000"/>
              </a:solidFill>
              <a:latin typeface="DM Serif Display"/>
              <a:ea typeface="DM Serif Display"/>
              <a:cs typeface="DM Serif Display"/>
              <a:sym typeface="DM Serif Display"/>
            </a:endParaRPr>
          </a:p>
        </p:txBody>
      </p:sp>
      <p:sp>
        <p:nvSpPr>
          <p:cNvPr id="7" name="TextBox 7"/>
          <p:cNvSpPr txBox="1"/>
          <p:nvPr/>
        </p:nvSpPr>
        <p:spPr>
          <a:xfrm>
            <a:off x="13671125" y="9142095"/>
            <a:ext cx="3450476" cy="273685"/>
          </a:xfrm>
          <a:prstGeom prst="rect">
            <a:avLst/>
          </a:prstGeom>
        </p:spPr>
        <p:txBody>
          <a:bodyPr lIns="0" tIns="0" rIns="0" bIns="0" rtlCol="0" anchor="t">
            <a:spAutoFit/>
          </a:bodyPr>
          <a:lstStyle/>
          <a:p>
            <a:pPr marL="0" lvl="0" indent="0" algn="r">
              <a:lnSpc>
                <a:spcPts val="2239"/>
              </a:lnSpc>
              <a:spcBef>
                <a:spcPct val="0"/>
              </a:spcBef>
            </a:pPr>
            <a:r>
              <a:rPr lang="en-US" sz="1599" spc="159">
                <a:solidFill>
                  <a:srgbClr val="000000">
                    <a:alpha val="49804"/>
                  </a:srgbClr>
                </a:solidFill>
                <a:latin typeface="Open Sauce"/>
                <a:ea typeface="Open Sauce"/>
                <a:cs typeface="Open Sauce"/>
                <a:sym typeface="Open Sauce"/>
              </a:rPr>
              <a:t>8</a:t>
            </a:r>
          </a:p>
        </p:txBody>
      </p:sp>
      <p:sp>
        <p:nvSpPr>
          <p:cNvPr id="10" name="TextBox 9"/>
          <p:cNvSpPr txBox="1"/>
          <p:nvPr/>
        </p:nvSpPr>
        <p:spPr>
          <a:xfrm>
            <a:off x="1867578" y="2804046"/>
            <a:ext cx="11963400" cy="4524315"/>
          </a:xfrm>
          <a:prstGeom prst="rect">
            <a:avLst/>
          </a:prstGeom>
          <a:noFill/>
        </p:spPr>
        <p:txBody>
          <a:bodyPr wrap="square" rtlCol="0">
            <a:spAutoFit/>
          </a:bodyPr>
          <a:lstStyle/>
          <a:p>
            <a:pPr lvl="0" eaLnBrk="0" fontAlgn="base" hangingPunct="0">
              <a:spcBef>
                <a:spcPct val="0"/>
              </a:spcBef>
              <a:spcAft>
                <a:spcPct val="0"/>
              </a:spcAft>
              <a:buFontTx/>
              <a:buChar char="•"/>
            </a:pPr>
            <a:r>
              <a:rPr lang="en-US" altLang="en-US" sz="3600" dirty="0">
                <a:latin typeface="Times New Roman" panose="02020603050405020304" pitchFamily="18" charset="0"/>
                <a:cs typeface="Times New Roman" panose="02020603050405020304" pitchFamily="18" charset="0"/>
              </a:rPr>
              <a:t>Dual-layer security (gesture + steganography) makes hacking nearly impossible.</a:t>
            </a:r>
          </a:p>
          <a:p>
            <a:pPr lvl="0" eaLnBrk="0" fontAlgn="base" hangingPunct="0">
              <a:spcBef>
                <a:spcPct val="0"/>
              </a:spcBef>
              <a:spcAft>
                <a:spcPct val="0"/>
              </a:spcAft>
              <a:buFontTx/>
              <a:buChar char="•"/>
            </a:pPr>
            <a:r>
              <a:rPr lang="en-US" altLang="en-US" sz="3600" dirty="0">
                <a:latin typeface="Times New Roman" panose="02020603050405020304" pitchFamily="18" charset="0"/>
                <a:cs typeface="Times New Roman" panose="02020603050405020304" pitchFamily="18" charset="0"/>
              </a:rPr>
              <a:t>Prevents unauthorized access and data detection.</a:t>
            </a:r>
          </a:p>
          <a:p>
            <a:pPr lvl="0" eaLnBrk="0" fontAlgn="base" hangingPunct="0">
              <a:spcBef>
                <a:spcPct val="0"/>
              </a:spcBef>
              <a:spcAft>
                <a:spcPct val="0"/>
              </a:spcAft>
              <a:buFontTx/>
              <a:buChar char="•"/>
            </a:pPr>
            <a:r>
              <a:rPr lang="en-US" altLang="en-US" sz="3600" dirty="0">
                <a:latin typeface="Times New Roman" panose="02020603050405020304" pitchFamily="18" charset="0"/>
                <a:cs typeface="Times New Roman" panose="02020603050405020304" pitchFamily="18" charset="0"/>
              </a:rPr>
              <a:t>User-friendly, contactless, and interactive communication.</a:t>
            </a:r>
          </a:p>
          <a:p>
            <a:pPr lvl="0" eaLnBrk="0" fontAlgn="base" hangingPunct="0">
              <a:spcBef>
                <a:spcPct val="0"/>
              </a:spcBef>
              <a:spcAft>
                <a:spcPct val="0"/>
              </a:spcAft>
              <a:buFontTx/>
              <a:buChar char="•"/>
            </a:pPr>
            <a:r>
              <a:rPr lang="en-US" altLang="en-US" sz="3600" dirty="0">
                <a:latin typeface="Times New Roman" panose="02020603050405020304" pitchFamily="18" charset="0"/>
                <a:cs typeface="Times New Roman" panose="02020603050405020304" pitchFamily="18" charset="0"/>
              </a:rPr>
              <a:t>Reduces risk of brute-force or phishing attacks.</a:t>
            </a:r>
          </a:p>
          <a:p>
            <a:pPr lvl="0" eaLnBrk="0" fontAlgn="base" hangingPunct="0">
              <a:spcBef>
                <a:spcPct val="0"/>
              </a:spcBef>
              <a:spcAft>
                <a:spcPct val="0"/>
              </a:spcAft>
              <a:buFontTx/>
              <a:buChar char="•"/>
            </a:pPr>
            <a:r>
              <a:rPr lang="en-US" altLang="en-US" sz="3600" dirty="0">
                <a:latin typeface="Times New Roman" panose="02020603050405020304" pitchFamily="18" charset="0"/>
                <a:cs typeface="Times New Roman" panose="02020603050405020304" pitchFamily="18" charset="0"/>
              </a:rPr>
              <a:t>Works with different file formats like images, videos, or audio.</a:t>
            </a:r>
          </a:p>
          <a:p>
            <a:pPr lvl="0" eaLnBrk="0" fontAlgn="base" hangingPunct="0">
              <a:spcBef>
                <a:spcPct val="0"/>
              </a:spcBef>
              <a:spcAft>
                <a:spcPct val="0"/>
              </a:spcAft>
              <a:buFontTx/>
              <a:buChar char="•"/>
            </a:pPr>
            <a:r>
              <a:rPr lang="en-US" altLang="en-US" sz="3600" dirty="0">
                <a:latin typeface="Times New Roman" panose="02020603050405020304" pitchFamily="18" charset="0"/>
                <a:cs typeface="Times New Roman" panose="02020603050405020304" pitchFamily="18" charset="0"/>
              </a:rPr>
              <a:t>Less data loss, fast processing, and minimal storage usage.</a:t>
            </a:r>
          </a:p>
          <a:p>
            <a:pPr lvl="0" eaLnBrk="0" fontAlgn="base" hangingPunct="0">
              <a:spcBef>
                <a:spcPct val="0"/>
              </a:spcBef>
              <a:spcAft>
                <a:spcPct val="0"/>
              </a:spcAft>
              <a:buFontTx/>
              <a:buChar char="•"/>
            </a:pPr>
            <a:r>
              <a:rPr lang="en-US" altLang="en-US" sz="3600" dirty="0">
                <a:latin typeface="Times New Roman" panose="02020603050405020304" pitchFamily="18" charset="0"/>
                <a:cs typeface="Times New Roman" panose="02020603050405020304" pitchFamily="18" charset="0"/>
              </a:rPr>
              <a:t>Suitable for modern AI-driven security applications.</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3"/>
          <p:cNvSpPr/>
          <p:nvPr/>
        </p:nvSpPr>
        <p:spPr>
          <a:xfrm>
            <a:off x="1867578" y="1181100"/>
            <a:ext cx="687324" cy="0"/>
          </a:xfrm>
          <a:prstGeom prst="line">
            <a:avLst/>
          </a:prstGeom>
          <a:ln w="76200" cap="flat">
            <a:solidFill>
              <a:srgbClr val="000000"/>
            </a:solidFill>
            <a:prstDash val="solid"/>
            <a:headEnd type="none" w="sm" len="sm"/>
            <a:tailEnd type="none" w="sm" len="sm"/>
          </a:ln>
        </p:spPr>
      </p:sp>
      <p:sp>
        <p:nvSpPr>
          <p:cNvPr id="5" name="TextBox 5"/>
          <p:cNvSpPr txBox="1"/>
          <p:nvPr/>
        </p:nvSpPr>
        <p:spPr>
          <a:xfrm>
            <a:off x="2362200" y="1485900"/>
            <a:ext cx="14302201" cy="7755969"/>
          </a:xfrm>
          <a:prstGeom prst="rect">
            <a:avLst/>
          </a:prstGeom>
        </p:spPr>
        <p:txBody>
          <a:bodyPr wrap="square" lIns="0" tIns="0" rIns="0" bIns="0" rtlCol="0" anchor="t">
            <a:spAutoFit/>
          </a:bodyPr>
          <a:lstStyle/>
          <a:p>
            <a:r>
              <a:rPr lang="en-US" sz="3600" b="1" dirty="0">
                <a:latin typeface="Times New Roman" panose="02020603050405020304" pitchFamily="18" charset="0"/>
                <a:cs typeface="Times New Roman" panose="02020603050405020304" pitchFamily="18" charset="0"/>
              </a:rPr>
              <a:t>System Requirement Specification (SRS)</a:t>
            </a:r>
          </a:p>
          <a:p>
            <a:pPr lvl="1"/>
            <a:r>
              <a:rPr lang="en-US" sz="3600" b="1" dirty="0">
                <a:latin typeface="Times New Roman" panose="02020603050405020304" pitchFamily="18" charset="0"/>
                <a:cs typeface="Times New Roman" panose="02020603050405020304" pitchFamily="18" charset="0"/>
              </a:rPr>
              <a:t>Functional Requirements</a:t>
            </a:r>
          </a:p>
          <a:p>
            <a:pPr lvl="2"/>
            <a:r>
              <a:rPr lang="en-US" sz="3600" dirty="0">
                <a:latin typeface="Times New Roman" panose="02020603050405020304" pitchFamily="18" charset="0"/>
                <a:cs typeface="Times New Roman" panose="02020603050405020304" pitchFamily="18" charset="0"/>
              </a:rPr>
              <a:t>The system should detect and recognize user hand gestures.</a:t>
            </a:r>
          </a:p>
          <a:p>
            <a:pPr lvl="2"/>
            <a:r>
              <a:rPr lang="en-US" sz="3600" dirty="0">
                <a:latin typeface="Times New Roman" panose="02020603050405020304" pitchFamily="18" charset="0"/>
                <a:cs typeface="Times New Roman" panose="02020603050405020304" pitchFamily="18" charset="0"/>
              </a:rPr>
              <a:t>The system should allow users to hide secret data inside media files.</a:t>
            </a:r>
          </a:p>
          <a:p>
            <a:pPr lvl="2"/>
            <a:r>
              <a:rPr lang="en-US" sz="3600" dirty="0">
                <a:latin typeface="Times New Roman" panose="02020603050405020304" pitchFamily="18" charset="0"/>
                <a:cs typeface="Times New Roman" panose="02020603050405020304" pitchFamily="18" charset="0"/>
              </a:rPr>
              <a:t>The system should extract hidden data only after correct gesture authentication.</a:t>
            </a:r>
          </a:p>
          <a:p>
            <a:pPr lvl="2"/>
            <a:r>
              <a:rPr lang="en-US" sz="3600" dirty="0">
                <a:latin typeface="Times New Roman" panose="02020603050405020304" pitchFamily="18" charset="0"/>
                <a:cs typeface="Times New Roman" panose="02020603050405020304" pitchFamily="18" charset="0"/>
              </a:rPr>
              <a:t>The system should store and manage user inputs securely.</a:t>
            </a:r>
          </a:p>
          <a:p>
            <a:pPr lvl="2"/>
            <a:r>
              <a:rPr lang="en-US" sz="3600" dirty="0">
                <a:latin typeface="Times New Roman" panose="02020603050405020304" pitchFamily="18" charset="0"/>
                <a:cs typeface="Times New Roman" panose="02020603050405020304" pitchFamily="18" charset="0"/>
              </a:rPr>
              <a:t>The system should support image-based steganography.</a:t>
            </a:r>
          </a:p>
          <a:p>
            <a:pPr lvl="1"/>
            <a:r>
              <a:rPr lang="en-US" sz="3600" b="1" dirty="0">
                <a:latin typeface="Times New Roman" panose="02020603050405020304" pitchFamily="18" charset="0"/>
                <a:cs typeface="Times New Roman" panose="02020603050405020304" pitchFamily="18" charset="0"/>
              </a:rPr>
              <a:t>Non-Functional Requirements</a:t>
            </a:r>
          </a:p>
          <a:p>
            <a:pPr lvl="2"/>
            <a:r>
              <a:rPr lang="en-US" sz="3600" dirty="0">
                <a:latin typeface="Times New Roman" panose="02020603050405020304" pitchFamily="18" charset="0"/>
                <a:cs typeface="Times New Roman" panose="02020603050405020304" pitchFamily="18" charset="0"/>
              </a:rPr>
              <a:t>The system should provide high security and reliability.</a:t>
            </a:r>
          </a:p>
          <a:p>
            <a:pPr lvl="2"/>
            <a:r>
              <a:rPr lang="en-US" sz="3600" dirty="0">
                <a:latin typeface="Times New Roman" panose="02020603050405020304" pitchFamily="18" charset="0"/>
                <a:cs typeface="Times New Roman" panose="02020603050405020304" pitchFamily="18" charset="0"/>
              </a:rPr>
              <a:t>The response time should be fast and efficient.</a:t>
            </a:r>
          </a:p>
          <a:p>
            <a:pPr lvl="2"/>
            <a:r>
              <a:rPr lang="en-US" sz="3600" dirty="0">
                <a:latin typeface="Times New Roman" panose="02020603050405020304" pitchFamily="18" charset="0"/>
                <a:cs typeface="Times New Roman" panose="02020603050405020304" pitchFamily="18" charset="0"/>
              </a:rPr>
              <a:t>The system should be user-friendly and easy to operate.</a:t>
            </a:r>
          </a:p>
          <a:p>
            <a:pPr lvl="2"/>
            <a:r>
              <a:rPr lang="en-US" sz="3600" dirty="0">
                <a:latin typeface="Times New Roman" panose="02020603050405020304" pitchFamily="18" charset="0"/>
                <a:cs typeface="Times New Roman" panose="02020603050405020304" pitchFamily="18" charset="0"/>
              </a:rPr>
              <a:t>The system should ensure data privacy and integrity.</a:t>
            </a:r>
          </a:p>
          <a:p>
            <a:pPr lvl="2"/>
            <a:r>
              <a:rPr lang="en-US" sz="3600" dirty="0">
                <a:latin typeface="Times New Roman" panose="02020603050405020304" pitchFamily="18" charset="0"/>
                <a:cs typeface="Times New Roman" panose="02020603050405020304" pitchFamily="18" charset="0"/>
              </a:rPr>
              <a:t>The system should be scalable for future enhancements</a:t>
            </a:r>
            <a:r>
              <a:rPr lang="en-US" sz="3200" dirty="0" smtClean="0"/>
              <a:t>.</a:t>
            </a:r>
            <a:endParaRPr lang="en-US" sz="3200" dirty="0"/>
          </a:p>
        </p:txBody>
      </p:sp>
      <p:sp>
        <p:nvSpPr>
          <p:cNvPr id="7" name="TextBox 7"/>
          <p:cNvSpPr txBox="1"/>
          <p:nvPr/>
        </p:nvSpPr>
        <p:spPr>
          <a:xfrm>
            <a:off x="13671125" y="9142095"/>
            <a:ext cx="3450476" cy="273685"/>
          </a:xfrm>
          <a:prstGeom prst="rect">
            <a:avLst/>
          </a:prstGeom>
        </p:spPr>
        <p:txBody>
          <a:bodyPr lIns="0" tIns="0" rIns="0" bIns="0" rtlCol="0" anchor="t">
            <a:spAutoFit/>
          </a:bodyPr>
          <a:lstStyle/>
          <a:p>
            <a:pPr marL="0" lvl="0" indent="0" algn="r">
              <a:lnSpc>
                <a:spcPts val="2239"/>
              </a:lnSpc>
              <a:spcBef>
                <a:spcPct val="0"/>
              </a:spcBef>
            </a:pPr>
            <a:r>
              <a:rPr lang="en-US" sz="1599" spc="159">
                <a:solidFill>
                  <a:srgbClr val="000000">
                    <a:alpha val="49804"/>
                  </a:srgbClr>
                </a:solidFill>
                <a:latin typeface="Open Sauce"/>
                <a:ea typeface="Open Sauce"/>
                <a:cs typeface="Open Sauce"/>
                <a:sym typeface="Open Sauce"/>
              </a:rPr>
              <a:t>8</a:t>
            </a:r>
          </a:p>
        </p:txBody>
      </p:sp>
      <p:sp>
        <p:nvSpPr>
          <p:cNvPr id="10" name="TextBox 9"/>
          <p:cNvSpPr txBox="1"/>
          <p:nvPr/>
        </p:nvSpPr>
        <p:spPr>
          <a:xfrm>
            <a:off x="1867578" y="2804046"/>
            <a:ext cx="11963400" cy="646331"/>
          </a:xfrm>
          <a:prstGeom prst="rect">
            <a:avLst/>
          </a:prstGeom>
          <a:noFill/>
        </p:spPr>
        <p:txBody>
          <a:bodyPr wrap="square" rtlCol="0">
            <a:spAutoFit/>
          </a:bodyPr>
          <a:lstStyle/>
          <a:p>
            <a:pPr lvl="0" eaLnBrk="0" fontAlgn="base" hangingPunct="0">
              <a:spcBef>
                <a:spcPct val="0"/>
              </a:spcBef>
              <a:spcAft>
                <a:spcPct val="0"/>
              </a:spcAft>
            </a:pPr>
            <a:endParaRPr lang="en-US" altLang="en-US"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4044884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3"/>
          <p:cNvSpPr/>
          <p:nvPr/>
        </p:nvSpPr>
        <p:spPr>
          <a:xfrm>
            <a:off x="1166399" y="1028700"/>
            <a:ext cx="687324" cy="0"/>
          </a:xfrm>
          <a:prstGeom prst="line">
            <a:avLst/>
          </a:prstGeom>
          <a:ln w="76200" cap="flat">
            <a:solidFill>
              <a:srgbClr val="000000"/>
            </a:solidFill>
            <a:prstDash val="solid"/>
            <a:headEnd type="none" w="sm" len="sm"/>
            <a:tailEnd type="none" w="sm" len="sm"/>
          </a:ln>
        </p:spPr>
      </p:sp>
      <p:sp>
        <p:nvSpPr>
          <p:cNvPr id="5" name="TextBox 5"/>
          <p:cNvSpPr txBox="1"/>
          <p:nvPr/>
        </p:nvSpPr>
        <p:spPr>
          <a:xfrm>
            <a:off x="1166399" y="1233825"/>
            <a:ext cx="10399168" cy="1106200"/>
          </a:xfrm>
          <a:prstGeom prst="rect">
            <a:avLst/>
          </a:prstGeom>
        </p:spPr>
        <p:txBody>
          <a:bodyPr lIns="0" tIns="0" rIns="0" bIns="0" rtlCol="0" anchor="t">
            <a:spAutoFit/>
          </a:bodyPr>
          <a:lstStyle/>
          <a:p>
            <a:pPr algn="l">
              <a:lnSpc>
                <a:spcPts val="8959"/>
              </a:lnSpc>
            </a:pPr>
            <a:r>
              <a:rPr lang="en-US" sz="6399" dirty="0" smtClean="0">
                <a:solidFill>
                  <a:srgbClr val="000000"/>
                </a:solidFill>
                <a:latin typeface="DM Serif Display"/>
                <a:ea typeface="DM Serif Display"/>
                <a:cs typeface="DM Serif Display"/>
                <a:sym typeface="DM Serif Display"/>
              </a:rPr>
              <a:t>Software Requirements</a:t>
            </a:r>
            <a:endParaRPr lang="en-US" sz="6399" dirty="0">
              <a:solidFill>
                <a:srgbClr val="000000"/>
              </a:solidFill>
              <a:latin typeface="DM Serif Display"/>
              <a:ea typeface="DM Serif Display"/>
              <a:cs typeface="DM Serif Display"/>
              <a:sym typeface="DM Serif Display"/>
            </a:endParaRPr>
          </a:p>
        </p:txBody>
      </p:sp>
      <p:sp>
        <p:nvSpPr>
          <p:cNvPr id="7" name="TextBox 7"/>
          <p:cNvSpPr txBox="1"/>
          <p:nvPr/>
        </p:nvSpPr>
        <p:spPr>
          <a:xfrm>
            <a:off x="13671125" y="9142095"/>
            <a:ext cx="3450476" cy="273685"/>
          </a:xfrm>
          <a:prstGeom prst="rect">
            <a:avLst/>
          </a:prstGeom>
        </p:spPr>
        <p:txBody>
          <a:bodyPr lIns="0" tIns="0" rIns="0" bIns="0" rtlCol="0" anchor="t">
            <a:spAutoFit/>
          </a:bodyPr>
          <a:lstStyle/>
          <a:p>
            <a:pPr marL="0" lvl="0" indent="0" algn="r">
              <a:lnSpc>
                <a:spcPts val="2239"/>
              </a:lnSpc>
              <a:spcBef>
                <a:spcPct val="0"/>
              </a:spcBef>
            </a:pPr>
            <a:r>
              <a:rPr lang="en-US" sz="1599" spc="159">
                <a:solidFill>
                  <a:srgbClr val="000000">
                    <a:alpha val="49804"/>
                  </a:srgbClr>
                </a:solidFill>
                <a:latin typeface="Open Sauce"/>
                <a:ea typeface="Open Sauce"/>
                <a:cs typeface="Open Sauce"/>
                <a:sym typeface="Open Sauce"/>
              </a:rPr>
              <a:t>9</a:t>
            </a:r>
          </a:p>
        </p:txBody>
      </p:sp>
      <p:sp>
        <p:nvSpPr>
          <p:cNvPr id="16" name="TextBox 15"/>
          <p:cNvSpPr txBox="1"/>
          <p:nvPr/>
        </p:nvSpPr>
        <p:spPr>
          <a:xfrm>
            <a:off x="2133600" y="3619500"/>
            <a:ext cx="11537525" cy="2308324"/>
          </a:xfrm>
          <a:prstGeom prst="rect">
            <a:avLst/>
          </a:prstGeom>
          <a:noFill/>
        </p:spPr>
        <p:txBody>
          <a:bodyPr wrap="square" rtlCol="0">
            <a:spAutoFit/>
          </a:bodyPr>
          <a:lstStyle/>
          <a:p>
            <a:r>
              <a:rPr lang="en-IN" sz="3600" dirty="0">
                <a:latin typeface="Times New Roman" panose="02020603050405020304" pitchFamily="18" charset="0"/>
                <a:cs typeface="Times New Roman" panose="02020603050405020304" pitchFamily="18" charset="0"/>
              </a:rPr>
              <a:t>Programming Language: Python</a:t>
            </a:r>
          </a:p>
          <a:p>
            <a:r>
              <a:rPr lang="en-IN" sz="3600" dirty="0">
                <a:latin typeface="Times New Roman" panose="02020603050405020304" pitchFamily="18" charset="0"/>
                <a:cs typeface="Times New Roman" panose="02020603050405020304" pitchFamily="18" charset="0"/>
              </a:rPr>
              <a:t>• Libraries: </a:t>
            </a:r>
            <a:r>
              <a:rPr lang="en-IN" sz="3600" dirty="0" err="1">
                <a:latin typeface="Times New Roman" panose="02020603050405020304" pitchFamily="18" charset="0"/>
                <a:cs typeface="Times New Roman" panose="02020603050405020304" pitchFamily="18" charset="0"/>
              </a:rPr>
              <a:t>OpenCV</a:t>
            </a:r>
            <a:r>
              <a:rPr lang="en-IN" sz="3600" dirty="0">
                <a:latin typeface="Times New Roman" panose="02020603050405020304" pitchFamily="18" charset="0"/>
                <a:cs typeface="Times New Roman" panose="02020603050405020304" pitchFamily="18" charset="0"/>
              </a:rPr>
              <a:t>, </a:t>
            </a:r>
            <a:r>
              <a:rPr lang="en-IN" sz="3600" dirty="0" err="1">
                <a:latin typeface="Times New Roman" panose="02020603050405020304" pitchFamily="18" charset="0"/>
                <a:cs typeface="Times New Roman" panose="02020603050405020304" pitchFamily="18" charset="0"/>
              </a:rPr>
              <a:t>NumPy</a:t>
            </a:r>
            <a:r>
              <a:rPr lang="en-IN" sz="3600" dirty="0">
                <a:latin typeface="Times New Roman" panose="02020603050405020304" pitchFamily="18" charset="0"/>
                <a:cs typeface="Times New Roman" panose="02020603050405020304" pitchFamily="18" charset="0"/>
              </a:rPr>
              <a:t>, </a:t>
            </a:r>
            <a:r>
              <a:rPr lang="en-IN" sz="3600" dirty="0" err="1">
                <a:latin typeface="Times New Roman" panose="02020603050405020304" pitchFamily="18" charset="0"/>
                <a:cs typeface="Times New Roman" panose="02020603050405020304" pitchFamily="18" charset="0"/>
              </a:rPr>
              <a:t>Matplotlib</a:t>
            </a:r>
            <a:r>
              <a:rPr lang="en-IN" sz="3600" dirty="0">
                <a:latin typeface="Times New Roman" panose="02020603050405020304" pitchFamily="18" charset="0"/>
                <a:cs typeface="Times New Roman" panose="02020603050405020304" pitchFamily="18" charset="0"/>
              </a:rPr>
              <a:t>, </a:t>
            </a:r>
            <a:r>
              <a:rPr lang="en-IN" sz="3600" dirty="0" err="1">
                <a:latin typeface="Times New Roman" panose="02020603050405020304" pitchFamily="18" charset="0"/>
                <a:cs typeface="Times New Roman" panose="02020603050405020304" pitchFamily="18" charset="0"/>
              </a:rPr>
              <a:t>Tkinter</a:t>
            </a:r>
            <a:endParaRPr lang="en-IN" sz="3600" dirty="0">
              <a:latin typeface="Times New Roman" panose="02020603050405020304" pitchFamily="18" charset="0"/>
              <a:cs typeface="Times New Roman" panose="02020603050405020304" pitchFamily="18" charset="0"/>
            </a:endParaRPr>
          </a:p>
          <a:p>
            <a:r>
              <a:rPr lang="en-IN" sz="3600" dirty="0">
                <a:latin typeface="Times New Roman" panose="02020603050405020304" pitchFamily="18" charset="0"/>
                <a:cs typeface="Times New Roman" panose="02020603050405020304" pitchFamily="18" charset="0"/>
              </a:rPr>
              <a:t>• Database: MySQL or SQLite</a:t>
            </a:r>
          </a:p>
          <a:p>
            <a:r>
              <a:rPr lang="en-IN" sz="3600" dirty="0">
                <a:latin typeface="Times New Roman" panose="02020603050405020304" pitchFamily="18" charset="0"/>
                <a:cs typeface="Times New Roman" panose="02020603050405020304" pitchFamily="18" charset="0"/>
              </a:rPr>
              <a:t>• IDE: </a:t>
            </a:r>
            <a:r>
              <a:rPr lang="en-IN" sz="3600" dirty="0" err="1">
                <a:latin typeface="Times New Roman" panose="02020603050405020304" pitchFamily="18" charset="0"/>
                <a:cs typeface="Times New Roman" panose="02020603050405020304" pitchFamily="18" charset="0"/>
              </a:rPr>
              <a:t>Jupyter</a:t>
            </a:r>
            <a:r>
              <a:rPr lang="en-IN" sz="3600" dirty="0">
                <a:latin typeface="Times New Roman" panose="02020603050405020304" pitchFamily="18" charset="0"/>
                <a:cs typeface="Times New Roman" panose="02020603050405020304" pitchFamily="18" charset="0"/>
              </a:rPr>
              <a:t> Notebook / Visual Studio </a:t>
            </a:r>
            <a:r>
              <a:rPr lang="en-IN" sz="3600" dirty="0" smtClean="0">
                <a:latin typeface="Times New Roman" panose="02020603050405020304" pitchFamily="18" charset="0"/>
                <a:cs typeface="Times New Roman" panose="02020603050405020304" pitchFamily="18" charset="0"/>
              </a:rPr>
              <a:t>Code</a:t>
            </a:r>
            <a:endParaRPr lang="en-IN" sz="36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3"/>
          <p:cNvSpPr/>
          <p:nvPr/>
        </p:nvSpPr>
        <p:spPr>
          <a:xfrm>
            <a:off x="1166399" y="1028700"/>
            <a:ext cx="687324" cy="0"/>
          </a:xfrm>
          <a:prstGeom prst="line">
            <a:avLst/>
          </a:prstGeom>
          <a:ln w="76200" cap="flat">
            <a:solidFill>
              <a:srgbClr val="000000"/>
            </a:solidFill>
            <a:prstDash val="solid"/>
            <a:headEnd type="none" w="sm" len="sm"/>
            <a:tailEnd type="none" w="sm" len="sm"/>
          </a:ln>
        </p:spPr>
      </p:sp>
      <p:sp>
        <p:nvSpPr>
          <p:cNvPr id="4" name="TextBox 4"/>
          <p:cNvSpPr txBox="1"/>
          <p:nvPr/>
        </p:nvSpPr>
        <p:spPr>
          <a:xfrm>
            <a:off x="1166399" y="1233825"/>
            <a:ext cx="10399168" cy="1106200"/>
          </a:xfrm>
          <a:prstGeom prst="rect">
            <a:avLst/>
          </a:prstGeom>
        </p:spPr>
        <p:txBody>
          <a:bodyPr lIns="0" tIns="0" rIns="0" bIns="0" rtlCol="0" anchor="t">
            <a:spAutoFit/>
          </a:bodyPr>
          <a:lstStyle/>
          <a:p>
            <a:pPr algn="l">
              <a:lnSpc>
                <a:spcPts val="8959"/>
              </a:lnSpc>
            </a:pPr>
            <a:r>
              <a:rPr lang="en-US" sz="6399" dirty="0" smtClean="0">
                <a:solidFill>
                  <a:srgbClr val="000000"/>
                </a:solidFill>
                <a:latin typeface="DM Serif Display"/>
                <a:ea typeface="DM Serif Display"/>
                <a:cs typeface="DM Serif Display"/>
                <a:sym typeface="DM Serif Display"/>
              </a:rPr>
              <a:t>Hardware Requirements</a:t>
            </a:r>
            <a:endParaRPr lang="en-US" sz="6399" dirty="0">
              <a:solidFill>
                <a:srgbClr val="000000"/>
              </a:solidFill>
              <a:latin typeface="DM Serif Display"/>
              <a:ea typeface="DM Serif Display"/>
              <a:cs typeface="DM Serif Display"/>
              <a:sym typeface="DM Serif Display"/>
            </a:endParaRPr>
          </a:p>
        </p:txBody>
      </p:sp>
      <p:sp>
        <p:nvSpPr>
          <p:cNvPr id="6" name="TextBox 6"/>
          <p:cNvSpPr txBox="1"/>
          <p:nvPr/>
        </p:nvSpPr>
        <p:spPr>
          <a:xfrm>
            <a:off x="13671125" y="9142095"/>
            <a:ext cx="3450476" cy="273685"/>
          </a:xfrm>
          <a:prstGeom prst="rect">
            <a:avLst/>
          </a:prstGeom>
        </p:spPr>
        <p:txBody>
          <a:bodyPr lIns="0" tIns="0" rIns="0" bIns="0" rtlCol="0" anchor="t">
            <a:spAutoFit/>
          </a:bodyPr>
          <a:lstStyle/>
          <a:p>
            <a:pPr marL="0" lvl="0" indent="0" algn="r">
              <a:lnSpc>
                <a:spcPts val="2239"/>
              </a:lnSpc>
              <a:spcBef>
                <a:spcPct val="0"/>
              </a:spcBef>
            </a:pPr>
            <a:r>
              <a:rPr lang="en-US" sz="1599" spc="159">
                <a:solidFill>
                  <a:srgbClr val="000000">
                    <a:alpha val="49804"/>
                  </a:srgbClr>
                </a:solidFill>
                <a:latin typeface="Open Sauce"/>
                <a:ea typeface="Open Sauce"/>
                <a:cs typeface="Open Sauce"/>
                <a:sym typeface="Open Sauce"/>
              </a:rPr>
              <a:t>10</a:t>
            </a:r>
          </a:p>
        </p:txBody>
      </p:sp>
      <p:sp>
        <p:nvSpPr>
          <p:cNvPr id="21" name="TextBox 20"/>
          <p:cNvSpPr txBox="1"/>
          <p:nvPr/>
        </p:nvSpPr>
        <p:spPr>
          <a:xfrm>
            <a:off x="2362200" y="3009900"/>
            <a:ext cx="9525000" cy="2862322"/>
          </a:xfrm>
          <a:prstGeom prst="rect">
            <a:avLst/>
          </a:prstGeom>
          <a:noFill/>
        </p:spPr>
        <p:txBody>
          <a:bodyPr wrap="square" rtlCol="0">
            <a:spAutoFit/>
          </a:bodyPr>
          <a:lstStyle/>
          <a:p>
            <a:r>
              <a:rPr lang="en-US" sz="3600" dirty="0">
                <a:latin typeface="Times New Roman" panose="02020603050405020304" pitchFamily="18" charset="0"/>
                <a:cs typeface="Times New Roman" panose="02020603050405020304" pitchFamily="18" charset="0"/>
              </a:rPr>
              <a:t>Hardware Requirements:</a:t>
            </a:r>
          </a:p>
          <a:p>
            <a:r>
              <a:rPr lang="en-US" sz="3600" dirty="0">
                <a:latin typeface="Times New Roman" panose="02020603050405020304" pitchFamily="18" charset="0"/>
                <a:cs typeface="Times New Roman" panose="02020603050405020304" pitchFamily="18" charset="0"/>
              </a:rPr>
              <a:t>• System: Intel i5 Processor or above</a:t>
            </a:r>
          </a:p>
          <a:p>
            <a:r>
              <a:rPr lang="en-US" sz="3600" dirty="0">
                <a:latin typeface="Times New Roman" panose="02020603050405020304" pitchFamily="18" charset="0"/>
                <a:cs typeface="Times New Roman" panose="02020603050405020304" pitchFamily="18" charset="0"/>
              </a:rPr>
              <a:t>• RAM: Minimum 4 GB</a:t>
            </a:r>
          </a:p>
          <a:p>
            <a:r>
              <a:rPr lang="en-US" sz="3600" dirty="0">
                <a:latin typeface="Times New Roman" panose="02020603050405020304" pitchFamily="18" charset="0"/>
                <a:cs typeface="Times New Roman" panose="02020603050405020304" pitchFamily="18" charset="0"/>
              </a:rPr>
              <a:t>• Webcam or external camera for gesture detection</a:t>
            </a:r>
          </a:p>
          <a:p>
            <a:r>
              <a:rPr lang="en-US" sz="3600" dirty="0">
                <a:latin typeface="Times New Roman" panose="02020603050405020304" pitchFamily="18" charset="0"/>
                <a:cs typeface="Times New Roman" panose="02020603050405020304" pitchFamily="18" charset="0"/>
              </a:rPr>
              <a:t>• Storage: Minimum 500 MB free </a:t>
            </a:r>
            <a:r>
              <a:rPr lang="en-US" sz="3600" dirty="0" smtClean="0">
                <a:latin typeface="Times New Roman" panose="02020603050405020304" pitchFamily="18" charset="0"/>
                <a:cs typeface="Times New Roman" panose="02020603050405020304" pitchFamily="18" charset="0"/>
              </a:rPr>
              <a:t>space</a:t>
            </a:r>
            <a:endParaRPr lang="en-US" sz="36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800" b="1" dirty="0" smtClean="0">
                <a:solidFill>
                  <a:schemeClr val="tx1"/>
                </a:solidFill>
                <a:latin typeface="Times New Roman" panose="02020603050405020304" pitchFamily="18" charset="0"/>
                <a:cs typeface="Times New Roman" panose="02020603050405020304" pitchFamily="18" charset="0"/>
              </a:rPr>
              <a:t>SYSTEM ARCHITECTURE</a:t>
            </a:r>
            <a:endParaRPr lang="en-IN" sz="4800" b="1" dirty="0">
              <a:solidFill>
                <a:schemeClr val="tx1"/>
              </a:solidFill>
            </a:endParaRPr>
          </a:p>
        </p:txBody>
      </p:sp>
      <p:pic>
        <p:nvPicPr>
          <p:cNvPr id="4" name="Content Placeholder 3"/>
          <p:cNvPicPr>
            <a:picLocks noGrp="1" noChangeAspect="1"/>
          </p:cNvPicPr>
          <p:nvPr>
            <p:ph idx="1"/>
          </p:nvPr>
        </p:nvPicPr>
        <p:blipFill>
          <a:blip r:embed="rId2"/>
          <a:stretch>
            <a:fillRect/>
          </a:stretch>
        </p:blipFill>
        <p:spPr>
          <a:xfrm>
            <a:off x="2514600" y="3021290"/>
            <a:ext cx="8305800" cy="4941609"/>
          </a:xfrm>
          <a:prstGeom prst="rect">
            <a:avLst/>
          </a:prstGeom>
        </p:spPr>
      </p:pic>
      <p:sp>
        <p:nvSpPr>
          <p:cNvPr id="6" name="AutoShape 3"/>
          <p:cNvSpPr/>
          <p:nvPr/>
        </p:nvSpPr>
        <p:spPr>
          <a:xfrm>
            <a:off x="547648" y="419100"/>
            <a:ext cx="687324" cy="0"/>
          </a:xfrm>
          <a:prstGeom prst="line">
            <a:avLst/>
          </a:prstGeom>
          <a:ln w="76200" cap="flat">
            <a:solidFill>
              <a:srgbClr val="000000"/>
            </a:solidFill>
            <a:prstDash val="solid"/>
            <a:headEnd type="none" w="sm" len="sm"/>
            <a:tailEnd type="none" w="sm" len="sm"/>
          </a:ln>
        </p:spPr>
      </p:sp>
      <p:sp>
        <p:nvSpPr>
          <p:cNvPr id="7" name="TextBox 6"/>
          <p:cNvSpPr txBox="1"/>
          <p:nvPr/>
        </p:nvSpPr>
        <p:spPr>
          <a:xfrm>
            <a:off x="11582400" y="3238500"/>
            <a:ext cx="5105400" cy="4031873"/>
          </a:xfrm>
          <a:prstGeom prst="rect">
            <a:avLst/>
          </a:prstGeom>
          <a:noFill/>
        </p:spPr>
        <p:txBody>
          <a:bodyPr wrap="square" rtlCol="0">
            <a:spAutoFit/>
          </a:bodyPr>
          <a:lstStyle/>
          <a:p>
            <a:pPr marL="457200" indent="-457200" algn="just">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It allows users to authenticate through hand gestures instead of traditional </a:t>
            </a:r>
            <a:r>
              <a:rPr lang="en-US" sz="3200" dirty="0" smtClean="0">
                <a:latin typeface="Times New Roman" panose="02020603050405020304" pitchFamily="18" charset="0"/>
                <a:cs typeface="Times New Roman" panose="02020603050405020304" pitchFamily="18" charset="0"/>
              </a:rPr>
              <a:t>passwords.</a:t>
            </a:r>
          </a:p>
          <a:p>
            <a:pPr marL="457200" indent="-457200" algn="just">
              <a:buFont typeface="Arial" panose="020B0604020202020204" pitchFamily="34" charset="0"/>
              <a:buChar char="•"/>
            </a:pPr>
            <a:r>
              <a:rPr lang="en-US" sz="3200" dirty="0" smtClean="0">
                <a:latin typeface="Times New Roman" panose="02020603050405020304" pitchFamily="18" charset="0"/>
                <a:cs typeface="Times New Roman" panose="02020603050405020304" pitchFamily="18" charset="0"/>
              </a:rPr>
              <a:t>Secret </a:t>
            </a:r>
            <a:r>
              <a:rPr lang="en-US" sz="3200" dirty="0">
                <a:latin typeface="Times New Roman" panose="02020603050405020304" pitchFamily="18" charset="0"/>
                <a:cs typeface="Times New Roman" panose="02020603050405020304" pitchFamily="18" charset="0"/>
              </a:rPr>
              <a:t>data is hidden inside media files, making it invisible to unauthorized users.</a:t>
            </a:r>
            <a:endParaRPr lang="en-IN"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74383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800" b="1" dirty="0">
                <a:solidFill>
                  <a:schemeClr val="tx1"/>
                </a:solidFill>
                <a:latin typeface="Times New Roman" panose="02020603050405020304" pitchFamily="18" charset="0"/>
                <a:cs typeface="Times New Roman" panose="02020603050405020304" pitchFamily="18" charset="0"/>
              </a:rPr>
              <a:t>DATAFLOW- DIAGRAMS</a:t>
            </a:r>
            <a:endParaRPr lang="en-IN" sz="4800" b="1" dirty="0">
              <a:solidFill>
                <a:schemeClr val="tx1"/>
              </a:solidFill>
            </a:endParaRPr>
          </a:p>
        </p:txBody>
      </p:sp>
      <p:sp>
        <p:nvSpPr>
          <p:cNvPr id="7" name="TextBox 6"/>
          <p:cNvSpPr txBox="1"/>
          <p:nvPr/>
        </p:nvSpPr>
        <p:spPr>
          <a:xfrm>
            <a:off x="11277600" y="3238500"/>
            <a:ext cx="5410200" cy="4832092"/>
          </a:xfrm>
          <a:prstGeom prst="rect">
            <a:avLst/>
          </a:prstGeom>
          <a:noFill/>
        </p:spPr>
        <p:txBody>
          <a:bodyPr wrap="square" rtlCol="0">
            <a:spAutoFit/>
          </a:bodyPr>
          <a:lstStyle/>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The data flow diagram shows how information moves through the </a:t>
            </a:r>
            <a:r>
              <a:rPr lang="en-US" sz="2800" dirty="0" smtClean="0">
                <a:latin typeface="Times New Roman" panose="02020603050405020304" pitchFamily="18" charset="0"/>
                <a:cs typeface="Times New Roman" panose="02020603050405020304" pitchFamily="18" charset="0"/>
              </a:rPr>
              <a:t>system.</a:t>
            </a:r>
          </a:p>
          <a:p>
            <a:pPr marL="457200" indent="-457200" algn="just">
              <a:buFont typeface="Arial" panose="020B0604020202020204" pitchFamily="34" charset="0"/>
              <a:buChar char="•"/>
            </a:pPr>
            <a:r>
              <a:rPr lang="en-US" sz="2800" dirty="0" smtClean="0">
                <a:latin typeface="Times New Roman" panose="02020603050405020304" pitchFamily="18" charset="0"/>
                <a:cs typeface="Times New Roman" panose="02020603050405020304" pitchFamily="18" charset="0"/>
              </a:rPr>
              <a:t>User </a:t>
            </a:r>
            <a:r>
              <a:rPr lang="en-US" sz="2800" dirty="0">
                <a:latin typeface="Times New Roman" panose="02020603050405020304" pitchFamily="18" charset="0"/>
                <a:cs typeface="Times New Roman" panose="02020603050405020304" pitchFamily="18" charset="0"/>
              </a:rPr>
              <a:t>inputs gestures, which are processed for </a:t>
            </a:r>
            <a:r>
              <a:rPr lang="en-US" sz="2800" dirty="0" smtClean="0">
                <a:latin typeface="Times New Roman" panose="02020603050405020304" pitchFamily="18" charset="0"/>
                <a:cs typeface="Times New Roman" panose="02020603050405020304" pitchFamily="18" charset="0"/>
              </a:rPr>
              <a:t>authentication.</a:t>
            </a:r>
          </a:p>
          <a:p>
            <a:pPr marL="457200" indent="-457200" algn="just">
              <a:buFont typeface="Arial" panose="020B0604020202020204" pitchFamily="34" charset="0"/>
              <a:buChar char="•"/>
            </a:pPr>
            <a:r>
              <a:rPr lang="en-US" sz="2800" dirty="0" smtClean="0">
                <a:latin typeface="Times New Roman" panose="02020603050405020304" pitchFamily="18" charset="0"/>
                <a:cs typeface="Times New Roman" panose="02020603050405020304" pitchFamily="18" charset="0"/>
              </a:rPr>
              <a:t>Once </a:t>
            </a:r>
            <a:r>
              <a:rPr lang="en-US" sz="2800" dirty="0">
                <a:latin typeface="Times New Roman" panose="02020603050405020304" pitchFamily="18" charset="0"/>
                <a:cs typeface="Times New Roman" panose="02020603050405020304" pitchFamily="18" charset="0"/>
              </a:rPr>
              <a:t>verified, data is encoded or decoded using steganography within media </a:t>
            </a:r>
            <a:r>
              <a:rPr lang="en-US" sz="2800" dirty="0" smtClean="0">
                <a:latin typeface="Times New Roman" panose="02020603050405020304" pitchFamily="18" charset="0"/>
                <a:cs typeface="Times New Roman" panose="02020603050405020304" pitchFamily="18" charset="0"/>
              </a:rPr>
              <a:t>files.</a:t>
            </a:r>
          </a:p>
          <a:p>
            <a:pPr marL="457200" indent="-457200" algn="just">
              <a:buFont typeface="Arial" panose="020B0604020202020204" pitchFamily="34" charset="0"/>
              <a:buChar char="•"/>
            </a:pPr>
            <a:r>
              <a:rPr lang="en-US" sz="2800" dirty="0" smtClean="0">
                <a:latin typeface="Times New Roman" panose="02020603050405020304" pitchFamily="18" charset="0"/>
                <a:cs typeface="Times New Roman" panose="02020603050405020304" pitchFamily="18" charset="0"/>
              </a:rPr>
              <a:t>The </a:t>
            </a:r>
            <a:r>
              <a:rPr lang="en-US" sz="2800" dirty="0">
                <a:latin typeface="Times New Roman" panose="02020603050405020304" pitchFamily="18" charset="0"/>
                <a:cs typeface="Times New Roman" panose="02020603050405020304" pitchFamily="18" charset="0"/>
              </a:rPr>
              <a:t>system then outputs the secured or retrieved information to the user.</a:t>
            </a:r>
            <a:endParaRPr lang="en-IN" sz="2800" dirty="0">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2"/>
          <a:stretch>
            <a:fillRect/>
          </a:stretch>
        </p:blipFill>
        <p:spPr>
          <a:xfrm>
            <a:off x="1676400" y="3154680"/>
            <a:ext cx="9028938" cy="4960620"/>
          </a:xfrm>
          <a:prstGeom prst="rect">
            <a:avLst/>
          </a:prstGeom>
        </p:spPr>
      </p:pic>
    </p:spTree>
    <p:extLst>
      <p:ext uri="{BB962C8B-B14F-4D97-AF65-F5344CB8AC3E}">
        <p14:creationId xmlns:p14="http://schemas.microsoft.com/office/powerpoint/2010/main" val="20971924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800" b="1" dirty="0">
                <a:solidFill>
                  <a:schemeClr val="tx1"/>
                </a:solidFill>
                <a:latin typeface="Times New Roman" panose="02020603050405020304" pitchFamily="18" charset="0"/>
                <a:cs typeface="Times New Roman" panose="02020603050405020304" pitchFamily="18" charset="0"/>
              </a:rPr>
              <a:t>ER- DIAGRAMS</a:t>
            </a:r>
            <a:endParaRPr lang="en-IN" sz="4800" b="1" dirty="0">
              <a:solidFill>
                <a:schemeClr val="tx1"/>
              </a:solidFill>
            </a:endParaRPr>
          </a:p>
        </p:txBody>
      </p:sp>
      <p:sp>
        <p:nvSpPr>
          <p:cNvPr id="7" name="TextBox 6"/>
          <p:cNvSpPr txBox="1"/>
          <p:nvPr/>
        </p:nvSpPr>
        <p:spPr>
          <a:xfrm>
            <a:off x="11277600" y="1943100"/>
            <a:ext cx="6324600" cy="7478970"/>
          </a:xfrm>
          <a:prstGeom prst="rect">
            <a:avLst/>
          </a:prstGeom>
          <a:noFill/>
        </p:spPr>
        <p:txBody>
          <a:bodyPr wrap="square" rtlCol="0">
            <a:spAutoFit/>
          </a:bodyPr>
          <a:lstStyle/>
          <a:p>
            <a:pPr marL="457200" indent="-457200">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The ER diagram represents the structure of the system and how different components are </a:t>
            </a:r>
            <a:r>
              <a:rPr lang="en-US" sz="3200" dirty="0" smtClean="0">
                <a:latin typeface="Times New Roman" panose="02020603050405020304" pitchFamily="18" charset="0"/>
                <a:cs typeface="Times New Roman" panose="02020603050405020304" pitchFamily="18" charset="0"/>
              </a:rPr>
              <a:t>connected.</a:t>
            </a:r>
          </a:p>
          <a:p>
            <a:pPr marL="457200" indent="-457200">
              <a:buFont typeface="Arial" panose="020B0604020202020204" pitchFamily="34" charset="0"/>
              <a:buChar char="•"/>
            </a:pPr>
            <a:r>
              <a:rPr lang="en-US" sz="3200" dirty="0" smtClean="0">
                <a:latin typeface="Times New Roman" panose="02020603050405020304" pitchFamily="18" charset="0"/>
                <a:cs typeface="Times New Roman" panose="02020603050405020304" pitchFamily="18" charset="0"/>
              </a:rPr>
              <a:t>It </a:t>
            </a:r>
            <a:r>
              <a:rPr lang="en-US" sz="3200" dirty="0">
                <a:latin typeface="Times New Roman" panose="02020603050405020304" pitchFamily="18" charset="0"/>
                <a:cs typeface="Times New Roman" panose="02020603050405020304" pitchFamily="18" charset="0"/>
              </a:rPr>
              <a:t>shows entities like </a:t>
            </a:r>
            <a:r>
              <a:rPr lang="en-US" sz="3200" b="1" dirty="0">
                <a:latin typeface="Times New Roman" panose="02020603050405020304" pitchFamily="18" charset="0"/>
                <a:cs typeface="Times New Roman" panose="02020603050405020304" pitchFamily="18" charset="0"/>
              </a:rPr>
              <a:t>User, Gesture, Media File, Secret Data, and Steganography </a:t>
            </a:r>
            <a:r>
              <a:rPr lang="en-US" sz="3200" b="1" dirty="0" smtClean="0">
                <a:latin typeface="Times New Roman" panose="02020603050405020304" pitchFamily="18" charset="0"/>
                <a:cs typeface="Times New Roman" panose="02020603050405020304" pitchFamily="18" charset="0"/>
              </a:rPr>
              <a:t>Process</a:t>
            </a:r>
            <a:r>
              <a:rPr lang="en-US" sz="3200" dirty="0" smtClean="0">
                <a:latin typeface="Times New Roman" panose="02020603050405020304" pitchFamily="18" charset="0"/>
                <a:cs typeface="Times New Roman" panose="02020603050405020304" pitchFamily="18" charset="0"/>
              </a:rPr>
              <a:t>.</a:t>
            </a:r>
          </a:p>
          <a:p>
            <a:pPr marL="457200" indent="-457200">
              <a:buFont typeface="Arial" panose="020B0604020202020204" pitchFamily="34" charset="0"/>
              <a:buChar char="•"/>
            </a:pPr>
            <a:r>
              <a:rPr lang="en-US" sz="3200" dirty="0" smtClean="0">
                <a:latin typeface="Times New Roman" panose="02020603050405020304" pitchFamily="18" charset="0"/>
                <a:cs typeface="Times New Roman" panose="02020603050405020304" pitchFamily="18" charset="0"/>
              </a:rPr>
              <a:t>The </a:t>
            </a:r>
            <a:r>
              <a:rPr lang="en-US" sz="3200" dirty="0">
                <a:latin typeface="Times New Roman" panose="02020603050405020304" pitchFamily="18" charset="0"/>
                <a:cs typeface="Times New Roman" panose="02020603050405020304" pitchFamily="18" charset="0"/>
              </a:rPr>
              <a:t>relationships explain how users authenticate using gestures and how data is hidden inside media files.</a:t>
            </a:r>
            <a:br>
              <a:rPr lang="en-US" sz="3200" dirty="0">
                <a:latin typeface="Times New Roman" panose="02020603050405020304" pitchFamily="18" charset="0"/>
                <a:cs typeface="Times New Roman" panose="02020603050405020304" pitchFamily="18" charset="0"/>
              </a:rPr>
            </a:br>
            <a:r>
              <a:rPr lang="en-US" sz="3200" dirty="0">
                <a:latin typeface="Times New Roman" panose="02020603050405020304" pitchFamily="18" charset="0"/>
                <a:cs typeface="Times New Roman" panose="02020603050405020304" pitchFamily="18" charset="0"/>
              </a:rPr>
              <a:t>Overall, it helps understand how the system securely manages and processes data.</a:t>
            </a:r>
            <a:endParaRPr lang="en-IN" sz="3200"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47369" y="2628900"/>
            <a:ext cx="10058400" cy="6096000"/>
          </a:xfrm>
          <a:prstGeom prst="rect">
            <a:avLst/>
          </a:prstGeom>
        </p:spPr>
      </p:pic>
    </p:spTree>
    <p:extLst>
      <p:ext uri="{BB962C8B-B14F-4D97-AF65-F5344CB8AC3E}">
        <p14:creationId xmlns:p14="http://schemas.microsoft.com/office/powerpoint/2010/main" val="39868590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47800" y="963891"/>
            <a:ext cx="15240000" cy="1131609"/>
          </a:xfrm>
        </p:spPr>
        <p:txBody>
          <a:bodyPr>
            <a:normAutofit/>
          </a:bodyPr>
          <a:lstStyle/>
          <a:p>
            <a:r>
              <a:rPr lang="en-IN" sz="4800" b="1" dirty="0">
                <a:solidFill>
                  <a:schemeClr val="tx1"/>
                </a:solidFill>
              </a:rPr>
              <a:t>UML DIAGRAMS</a:t>
            </a:r>
          </a:p>
        </p:txBody>
      </p:sp>
      <p:sp>
        <p:nvSpPr>
          <p:cNvPr id="6" name="AutoShape 3"/>
          <p:cNvSpPr/>
          <p:nvPr/>
        </p:nvSpPr>
        <p:spPr>
          <a:xfrm>
            <a:off x="1123188" y="887691"/>
            <a:ext cx="687324" cy="0"/>
          </a:xfrm>
          <a:prstGeom prst="line">
            <a:avLst/>
          </a:prstGeom>
          <a:ln w="76200" cap="flat">
            <a:solidFill>
              <a:srgbClr val="000000"/>
            </a:solidFill>
            <a:prstDash val="solid"/>
            <a:headEnd type="none" w="sm" len="sm"/>
            <a:tailEnd type="none" w="sm" len="sm"/>
          </a:ln>
        </p:spPr>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34200" y="2171699"/>
            <a:ext cx="10058400" cy="6705600"/>
          </a:xfrm>
          <a:prstGeom prst="rect">
            <a:avLst/>
          </a:prstGeom>
        </p:spPr>
      </p:pic>
      <p:sp>
        <p:nvSpPr>
          <p:cNvPr id="5" name="TextBox 4"/>
          <p:cNvSpPr txBox="1"/>
          <p:nvPr/>
        </p:nvSpPr>
        <p:spPr>
          <a:xfrm>
            <a:off x="2514600" y="2095500"/>
            <a:ext cx="5181600" cy="584775"/>
          </a:xfrm>
          <a:prstGeom prst="rect">
            <a:avLst/>
          </a:prstGeom>
          <a:noFill/>
        </p:spPr>
        <p:txBody>
          <a:bodyPr wrap="square" rtlCol="0">
            <a:spAutoFit/>
          </a:bodyPr>
          <a:lstStyle/>
          <a:p>
            <a:r>
              <a:rPr lang="en-US" sz="3200" b="1" dirty="0" smtClean="0">
                <a:latin typeface="Arial Black" panose="020B0A04020102020204" pitchFamily="34" charset="0"/>
              </a:rPr>
              <a:t>CLASS DIAGRAM</a:t>
            </a:r>
            <a:endParaRPr lang="en-IN" sz="3200" b="1" dirty="0">
              <a:latin typeface="Arial Black" panose="020B0A04020102020204" pitchFamily="34" charset="0"/>
            </a:endParaRPr>
          </a:p>
        </p:txBody>
      </p:sp>
    </p:spTree>
    <p:extLst>
      <p:ext uri="{BB962C8B-B14F-4D97-AF65-F5344CB8AC3E}">
        <p14:creationId xmlns:p14="http://schemas.microsoft.com/office/powerpoint/2010/main" val="2487817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47800" y="963891"/>
            <a:ext cx="15240000" cy="1131609"/>
          </a:xfrm>
        </p:spPr>
        <p:txBody>
          <a:bodyPr>
            <a:normAutofit/>
          </a:bodyPr>
          <a:lstStyle/>
          <a:p>
            <a:r>
              <a:rPr lang="en-IN" sz="4800" b="1" dirty="0">
                <a:solidFill>
                  <a:schemeClr val="tx1"/>
                </a:solidFill>
              </a:rPr>
              <a:t>Sequence Diagram</a:t>
            </a:r>
          </a:p>
        </p:txBody>
      </p:sp>
      <p:sp>
        <p:nvSpPr>
          <p:cNvPr id="6" name="AutoShape 3"/>
          <p:cNvSpPr/>
          <p:nvPr/>
        </p:nvSpPr>
        <p:spPr>
          <a:xfrm>
            <a:off x="1123188" y="887691"/>
            <a:ext cx="687324" cy="0"/>
          </a:xfrm>
          <a:prstGeom prst="line">
            <a:avLst/>
          </a:prstGeom>
          <a:ln w="76200" cap="flat">
            <a:solidFill>
              <a:srgbClr val="000000"/>
            </a:solidFill>
            <a:prstDash val="solid"/>
            <a:headEnd type="none" w="sm" len="sm"/>
            <a:tailEnd type="none" w="sm" len="sm"/>
          </a:ln>
        </p:spPr>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34000" y="2171699"/>
            <a:ext cx="10058400" cy="6705600"/>
          </a:xfrm>
          <a:prstGeom prst="rect">
            <a:avLst/>
          </a:prstGeom>
        </p:spPr>
      </p:pic>
    </p:spTree>
    <p:extLst>
      <p:ext uri="{BB962C8B-B14F-4D97-AF65-F5344CB8AC3E}">
        <p14:creationId xmlns:p14="http://schemas.microsoft.com/office/powerpoint/2010/main" val="222637436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47800" y="963891"/>
            <a:ext cx="15240000" cy="1131609"/>
          </a:xfrm>
        </p:spPr>
        <p:txBody>
          <a:bodyPr>
            <a:normAutofit/>
          </a:bodyPr>
          <a:lstStyle/>
          <a:p>
            <a:r>
              <a:rPr lang="en-IN" sz="4800" b="1" dirty="0" smtClean="0">
                <a:solidFill>
                  <a:schemeClr val="tx1"/>
                </a:solidFill>
              </a:rPr>
              <a:t>USE CASE </a:t>
            </a:r>
            <a:r>
              <a:rPr lang="en-IN" sz="4800" b="1" dirty="0">
                <a:solidFill>
                  <a:schemeClr val="tx1"/>
                </a:solidFill>
              </a:rPr>
              <a:t>Diagram</a:t>
            </a:r>
          </a:p>
        </p:txBody>
      </p:sp>
      <p:sp>
        <p:nvSpPr>
          <p:cNvPr id="6" name="AutoShape 3"/>
          <p:cNvSpPr/>
          <p:nvPr/>
        </p:nvSpPr>
        <p:spPr>
          <a:xfrm>
            <a:off x="1123188" y="887691"/>
            <a:ext cx="687324" cy="0"/>
          </a:xfrm>
          <a:prstGeom prst="line">
            <a:avLst/>
          </a:prstGeom>
          <a:ln w="76200" cap="flat">
            <a:solidFill>
              <a:srgbClr val="000000"/>
            </a:solidFill>
            <a:prstDash val="solid"/>
            <a:headEnd type="none" w="sm" len="sm"/>
            <a:tailEnd type="none" w="sm" len="sm"/>
          </a:ln>
        </p:spPr>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00600" y="2400300"/>
            <a:ext cx="10058400" cy="6705600"/>
          </a:xfrm>
          <a:prstGeom prst="rect">
            <a:avLst/>
          </a:prstGeom>
        </p:spPr>
      </p:pic>
    </p:spTree>
    <p:extLst>
      <p:ext uri="{BB962C8B-B14F-4D97-AF65-F5344CB8AC3E}">
        <p14:creationId xmlns:p14="http://schemas.microsoft.com/office/powerpoint/2010/main" val="419003997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a:off x="1143000" y="1028700"/>
            <a:ext cx="762000" cy="0"/>
          </a:xfrm>
          <a:prstGeom prst="line">
            <a:avLst/>
          </a:prstGeom>
          <a:ln>
            <a:solidFill>
              <a:schemeClr val="tx1"/>
            </a:solidFill>
          </a:ln>
        </p:spPr>
        <p:style>
          <a:lnRef idx="3">
            <a:schemeClr val="dk1"/>
          </a:lnRef>
          <a:fillRef idx="0">
            <a:schemeClr val="dk1"/>
          </a:fillRef>
          <a:effectRef idx="2">
            <a:schemeClr val="dk1"/>
          </a:effectRef>
          <a:fontRef idx="minor">
            <a:schemeClr val="tx1"/>
          </a:fontRef>
        </p:style>
      </p:cxnSp>
      <p:sp>
        <p:nvSpPr>
          <p:cNvPr id="6" name="TextBox 5"/>
          <p:cNvSpPr txBox="1"/>
          <p:nvPr/>
        </p:nvSpPr>
        <p:spPr>
          <a:xfrm>
            <a:off x="1676400" y="1387614"/>
            <a:ext cx="7734300" cy="707886"/>
          </a:xfrm>
          <a:prstGeom prst="rect">
            <a:avLst/>
          </a:prstGeom>
          <a:noFill/>
        </p:spPr>
        <p:txBody>
          <a:bodyPr wrap="square" rtlCol="0">
            <a:spAutoFit/>
          </a:bodyPr>
          <a:lstStyle/>
          <a:p>
            <a:r>
              <a:rPr lang="en-IN" sz="4000" b="1" dirty="0">
                <a:latin typeface="Times New Roman" panose="02020603050405020304" pitchFamily="18" charset="0"/>
                <a:cs typeface="Times New Roman" panose="02020603050405020304" pitchFamily="18" charset="0"/>
              </a:rPr>
              <a:t>SYSTEM </a:t>
            </a:r>
            <a:r>
              <a:rPr lang="en-IN" sz="4000" b="1" dirty="0" smtClean="0">
                <a:latin typeface="Times New Roman" panose="02020603050405020304" pitchFamily="18" charset="0"/>
                <a:cs typeface="Times New Roman" panose="02020603050405020304" pitchFamily="18" charset="0"/>
              </a:rPr>
              <a:t>IMPLEMENTATION</a:t>
            </a:r>
            <a:endParaRPr lang="en-IN" sz="4000" dirty="0">
              <a:latin typeface="DM Serif Display" panose="020B0604020202020204" charset="0"/>
            </a:endParaRPr>
          </a:p>
        </p:txBody>
      </p:sp>
      <p:sp>
        <p:nvSpPr>
          <p:cNvPr id="5" name="AutoShape 3"/>
          <p:cNvSpPr/>
          <p:nvPr/>
        </p:nvSpPr>
        <p:spPr>
          <a:xfrm>
            <a:off x="1166399" y="1028700"/>
            <a:ext cx="687324" cy="0"/>
          </a:xfrm>
          <a:prstGeom prst="line">
            <a:avLst/>
          </a:prstGeom>
          <a:ln w="76200" cap="flat">
            <a:solidFill>
              <a:srgbClr val="000000"/>
            </a:solidFill>
            <a:prstDash val="solid"/>
            <a:headEnd type="none" w="sm" len="sm"/>
            <a:tailEnd type="none" w="sm" len="sm"/>
          </a:ln>
        </p:spPr>
      </p:sp>
      <p:pic>
        <p:nvPicPr>
          <p:cNvPr id="2" name="Picture 1"/>
          <p:cNvPicPr>
            <a:picLocks noChangeAspect="1"/>
          </p:cNvPicPr>
          <p:nvPr/>
        </p:nvPicPr>
        <p:blipFill>
          <a:blip r:embed="rId2"/>
          <a:stretch>
            <a:fillRect/>
          </a:stretch>
        </p:blipFill>
        <p:spPr>
          <a:xfrm>
            <a:off x="1166399" y="2454413"/>
            <a:ext cx="7672801" cy="6575287"/>
          </a:xfrm>
          <a:prstGeom prst="rect">
            <a:avLst/>
          </a:prstGeom>
        </p:spPr>
      </p:pic>
      <p:pic>
        <p:nvPicPr>
          <p:cNvPr id="3" name="Picture 2"/>
          <p:cNvPicPr>
            <a:picLocks noChangeAspect="1"/>
          </p:cNvPicPr>
          <p:nvPr/>
        </p:nvPicPr>
        <p:blipFill>
          <a:blip r:embed="rId3"/>
          <a:stretch>
            <a:fillRect/>
          </a:stretch>
        </p:blipFill>
        <p:spPr>
          <a:xfrm>
            <a:off x="9296400" y="2454413"/>
            <a:ext cx="7659169" cy="6575287"/>
          </a:xfrm>
          <a:prstGeom prst="rect">
            <a:avLst/>
          </a:prstGeom>
        </p:spPr>
      </p:pic>
    </p:spTree>
    <p:extLst>
      <p:ext uri="{BB962C8B-B14F-4D97-AF65-F5344CB8AC3E}">
        <p14:creationId xmlns:p14="http://schemas.microsoft.com/office/powerpoint/2010/main" val="35862246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4800" b="1" dirty="0">
                <a:solidFill>
                  <a:srgbClr val="002060"/>
                </a:solidFill>
                <a:latin typeface="Times New Roman" panose="02020603050405020304" pitchFamily="18" charset="0"/>
                <a:cs typeface="Times New Roman" panose="02020603050405020304" pitchFamily="18" charset="0"/>
              </a:rPr>
              <a:t>RESULTS / </a:t>
            </a:r>
            <a:r>
              <a:rPr lang="en-IN" sz="4800" b="1" dirty="0" smtClean="0">
                <a:solidFill>
                  <a:srgbClr val="002060"/>
                </a:solidFill>
                <a:latin typeface="Times New Roman" panose="02020603050405020304" pitchFamily="18" charset="0"/>
                <a:cs typeface="Times New Roman" panose="02020603050405020304" pitchFamily="18" charset="0"/>
              </a:rPr>
              <a:t>OUTPUT </a:t>
            </a:r>
            <a:r>
              <a:rPr lang="en-IN" sz="4800" b="1" dirty="0">
                <a:solidFill>
                  <a:srgbClr val="002060"/>
                </a:solidFill>
                <a:latin typeface="Times New Roman" panose="02020603050405020304" pitchFamily="18" charset="0"/>
                <a:cs typeface="Times New Roman" panose="02020603050405020304" pitchFamily="18" charset="0"/>
              </a:rPr>
              <a:t>SCREEN</a:t>
            </a:r>
            <a:endParaRPr lang="en-IN" sz="4800" dirty="0"/>
          </a:p>
        </p:txBody>
      </p:sp>
      <p:pic>
        <p:nvPicPr>
          <p:cNvPr id="4" name="Picture 3"/>
          <p:cNvPicPr>
            <a:picLocks noChangeAspect="1"/>
          </p:cNvPicPr>
          <p:nvPr/>
        </p:nvPicPr>
        <p:blipFill>
          <a:blip r:embed="rId2"/>
          <a:stretch>
            <a:fillRect/>
          </a:stretch>
        </p:blipFill>
        <p:spPr>
          <a:xfrm>
            <a:off x="1600200" y="3695700"/>
            <a:ext cx="7239000" cy="5458587"/>
          </a:xfrm>
          <a:prstGeom prst="rect">
            <a:avLst/>
          </a:prstGeom>
        </p:spPr>
      </p:pic>
      <p:pic>
        <p:nvPicPr>
          <p:cNvPr id="5" name="Picture 4"/>
          <p:cNvPicPr>
            <a:picLocks noChangeAspect="1"/>
          </p:cNvPicPr>
          <p:nvPr/>
        </p:nvPicPr>
        <p:blipFill>
          <a:blip r:embed="rId3"/>
          <a:stretch>
            <a:fillRect/>
          </a:stretch>
        </p:blipFill>
        <p:spPr>
          <a:xfrm>
            <a:off x="9144000" y="3695701"/>
            <a:ext cx="7543800" cy="5458586"/>
          </a:xfrm>
          <a:prstGeom prst="rect">
            <a:avLst/>
          </a:prstGeom>
        </p:spPr>
      </p:pic>
      <p:sp>
        <p:nvSpPr>
          <p:cNvPr id="6" name="AutoShape 3"/>
          <p:cNvSpPr/>
          <p:nvPr/>
        </p:nvSpPr>
        <p:spPr>
          <a:xfrm>
            <a:off x="1256538" y="1032432"/>
            <a:ext cx="687324" cy="0"/>
          </a:xfrm>
          <a:prstGeom prst="line">
            <a:avLst/>
          </a:prstGeom>
          <a:ln w="76200" cap="flat">
            <a:solidFill>
              <a:srgbClr val="000000"/>
            </a:solidFill>
            <a:prstDash val="solid"/>
            <a:headEnd type="none" w="sm" len="sm"/>
            <a:tailEnd type="none" w="sm" len="sm"/>
          </a:ln>
        </p:spPr>
      </p:sp>
    </p:spTree>
    <p:extLst>
      <p:ext uri="{BB962C8B-B14F-4D97-AF65-F5344CB8AC3E}">
        <p14:creationId xmlns:p14="http://schemas.microsoft.com/office/powerpoint/2010/main" val="233757769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6000" b="1" dirty="0">
                <a:solidFill>
                  <a:schemeClr val="tx1"/>
                </a:solidFill>
                <a:latin typeface="Times New Roman" panose="02020603050405020304" pitchFamily="18" charset="0"/>
                <a:cs typeface="Times New Roman" panose="02020603050405020304" pitchFamily="18" charset="0"/>
              </a:rPr>
              <a:t>TEST CASES</a:t>
            </a:r>
            <a:endParaRPr lang="en-IN" sz="6000" dirty="0">
              <a:solidFill>
                <a:schemeClr val="tx1"/>
              </a:solidFill>
            </a:endParaRPr>
          </a:p>
        </p:txBody>
      </p:sp>
      <p:pic>
        <p:nvPicPr>
          <p:cNvPr id="4" name="Picture 3"/>
          <p:cNvPicPr>
            <a:picLocks noChangeAspect="1"/>
          </p:cNvPicPr>
          <p:nvPr/>
        </p:nvPicPr>
        <p:blipFill>
          <a:blip r:embed="rId2"/>
          <a:stretch>
            <a:fillRect/>
          </a:stretch>
        </p:blipFill>
        <p:spPr>
          <a:xfrm>
            <a:off x="1981200" y="3314700"/>
            <a:ext cx="7239000" cy="5334000"/>
          </a:xfrm>
          <a:prstGeom prst="rect">
            <a:avLst/>
          </a:prstGeom>
        </p:spPr>
      </p:pic>
      <p:sp>
        <p:nvSpPr>
          <p:cNvPr id="5" name="TextBox 4"/>
          <p:cNvSpPr txBox="1"/>
          <p:nvPr/>
        </p:nvSpPr>
        <p:spPr>
          <a:xfrm>
            <a:off x="10668000" y="4076700"/>
            <a:ext cx="5105400" cy="2246769"/>
          </a:xfrm>
          <a:prstGeom prst="rect">
            <a:avLst/>
          </a:prstGeom>
          <a:noFill/>
        </p:spPr>
        <p:txBody>
          <a:bodyPr wrap="square" rtlCol="0">
            <a:spAutoFit/>
          </a:bodyPr>
          <a:lstStyle/>
          <a:p>
            <a:r>
              <a:rPr lang="en-US" sz="2800" dirty="0">
                <a:latin typeface="Times New Roman" panose="02020603050405020304" pitchFamily="18" charset="0"/>
                <a:cs typeface="Times New Roman" panose="02020603050405020304" pitchFamily="18" charset="0"/>
              </a:rPr>
              <a:t>Even though the gesture was detected, the decryption failed because the entered passcode or gesture does not match the original encryption data.</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093071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676400" y="2247900"/>
            <a:ext cx="7772400" cy="6019800"/>
          </a:xfrm>
          <a:prstGeom prst="rect">
            <a:avLst/>
          </a:prstGeom>
        </p:spPr>
      </p:pic>
      <p:sp>
        <p:nvSpPr>
          <p:cNvPr id="5" name="TextBox 4"/>
          <p:cNvSpPr txBox="1"/>
          <p:nvPr/>
        </p:nvSpPr>
        <p:spPr>
          <a:xfrm>
            <a:off x="10229850" y="2095500"/>
            <a:ext cx="6229350" cy="6551235"/>
          </a:xfrm>
          <a:prstGeom prst="rect">
            <a:avLst/>
          </a:prstGeom>
          <a:noFill/>
        </p:spPr>
        <p:txBody>
          <a:bodyPr wrap="square" rtlCol="0">
            <a:spAutoFit/>
          </a:bodyPr>
          <a:lstStyle/>
          <a:p>
            <a:pPr marL="457200" indent="-457200">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This error can happen if there is an issue with the selected media </a:t>
            </a:r>
            <a:r>
              <a:rPr lang="en-US" sz="3200" dirty="0" smtClean="0">
                <a:latin typeface="Times New Roman" panose="02020603050405020304" pitchFamily="18" charset="0"/>
                <a:cs typeface="Times New Roman" panose="02020603050405020304" pitchFamily="18" charset="0"/>
              </a:rPr>
              <a:t>file.</a:t>
            </a:r>
          </a:p>
          <a:p>
            <a:pPr marL="457200" indent="-457200">
              <a:buFont typeface="Arial" panose="020B0604020202020204" pitchFamily="34" charset="0"/>
              <a:buChar char="•"/>
            </a:pPr>
            <a:r>
              <a:rPr lang="en-US" sz="3200" dirty="0" smtClean="0">
                <a:latin typeface="Times New Roman" panose="02020603050405020304" pitchFamily="18" charset="0"/>
                <a:cs typeface="Times New Roman" panose="02020603050405020304" pitchFamily="18" charset="0"/>
              </a:rPr>
              <a:t>The </a:t>
            </a:r>
            <a:r>
              <a:rPr lang="en-US" sz="3200" dirty="0">
                <a:latin typeface="Times New Roman" panose="02020603050405020304" pitchFamily="18" charset="0"/>
                <a:cs typeface="Times New Roman" panose="02020603050405020304" pitchFamily="18" charset="0"/>
              </a:rPr>
              <a:t>system checks whether the uploaded image is valid and contains hidden </a:t>
            </a:r>
            <a:r>
              <a:rPr lang="en-US" sz="3200" dirty="0" smtClean="0">
                <a:latin typeface="Times New Roman" panose="02020603050405020304" pitchFamily="18" charset="0"/>
                <a:cs typeface="Times New Roman" panose="02020603050405020304" pitchFamily="18" charset="0"/>
              </a:rPr>
              <a:t>data.</a:t>
            </a:r>
          </a:p>
          <a:p>
            <a:pPr marL="457200" indent="-457200">
              <a:buFont typeface="Arial" panose="020B0604020202020204" pitchFamily="34" charset="0"/>
              <a:buChar char="•"/>
            </a:pPr>
            <a:r>
              <a:rPr lang="en-US" sz="3200" dirty="0" smtClean="0">
                <a:latin typeface="Times New Roman" panose="02020603050405020304" pitchFamily="18" charset="0"/>
                <a:cs typeface="Times New Roman" panose="02020603050405020304" pitchFamily="18" charset="0"/>
              </a:rPr>
              <a:t>If </a:t>
            </a:r>
            <a:r>
              <a:rPr lang="en-US" sz="3200" dirty="0">
                <a:latin typeface="Times New Roman" panose="02020603050405020304" pitchFamily="18" charset="0"/>
                <a:cs typeface="Times New Roman" panose="02020603050405020304" pitchFamily="18" charset="0"/>
              </a:rPr>
              <a:t>the file is incorrect, unsupported, or does not match the original encoded image, decryption will </a:t>
            </a:r>
            <a:r>
              <a:rPr lang="en-US" sz="3200" dirty="0" smtClean="0">
                <a:latin typeface="Times New Roman" panose="02020603050405020304" pitchFamily="18" charset="0"/>
                <a:cs typeface="Times New Roman" panose="02020603050405020304" pitchFamily="18" charset="0"/>
              </a:rPr>
              <a:t>fail.</a:t>
            </a:r>
          </a:p>
          <a:p>
            <a:pPr marL="457200" indent="-457200">
              <a:buFont typeface="Arial" panose="020B0604020202020204" pitchFamily="34" charset="0"/>
              <a:buChar char="•"/>
            </a:pPr>
            <a:r>
              <a:rPr lang="en-US" sz="3200" dirty="0" smtClean="0">
                <a:latin typeface="Times New Roman" panose="02020603050405020304" pitchFamily="18" charset="0"/>
                <a:cs typeface="Times New Roman" panose="02020603050405020304" pitchFamily="18" charset="0"/>
              </a:rPr>
              <a:t>So</a:t>
            </a:r>
            <a:r>
              <a:rPr lang="en-US" sz="3200" dirty="0">
                <a:latin typeface="Times New Roman" panose="02020603050405020304" pitchFamily="18" charset="0"/>
                <a:cs typeface="Times New Roman" panose="02020603050405020304" pitchFamily="18" charset="0"/>
              </a:rPr>
              <a:t>, even with the correct gesture, a wrong or mismatched media file can cause the error.</a:t>
            </a:r>
            <a:endParaRPr lang="en-IN"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3988079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a:spLocks noChangeArrowheads="1"/>
          </p:cNvSpPr>
          <p:nvPr/>
        </p:nvSpPr>
        <p:spPr bwMode="auto">
          <a:xfrm>
            <a:off x="4724400" y="571500"/>
            <a:ext cx="13411199" cy="91409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sz="2800" b="1" dirty="0">
                <a:latin typeface="Times New Roman" panose="02020603050405020304" pitchFamily="18" charset="0"/>
                <a:cs typeface="Times New Roman" panose="02020603050405020304" pitchFamily="18" charset="0"/>
              </a:rPr>
              <a:t>1. LSB Steganography</a:t>
            </a:r>
          </a:p>
          <a:p>
            <a:r>
              <a:rPr lang="en-IN" sz="2800" dirty="0">
                <a:latin typeface="Times New Roman" panose="02020603050405020304" pitchFamily="18" charset="0"/>
                <a:cs typeface="Times New Roman" panose="02020603050405020304" pitchFamily="18" charset="0"/>
              </a:rPr>
              <a:t>Neil F. Johnson (1998)</a:t>
            </a:r>
            <a:br>
              <a:rPr lang="en-IN" sz="2800" dirty="0">
                <a:latin typeface="Times New Roman" panose="02020603050405020304" pitchFamily="18" charset="0"/>
                <a:cs typeface="Times New Roman" panose="02020603050405020304" pitchFamily="18" charset="0"/>
              </a:rPr>
            </a:br>
            <a:r>
              <a:rPr lang="en-IN" sz="2800" dirty="0" err="1">
                <a:latin typeface="Times New Roman" panose="02020603050405020304" pitchFamily="18" charset="0"/>
                <a:cs typeface="Times New Roman" panose="02020603050405020304" pitchFamily="18" charset="0"/>
              </a:rPr>
              <a:t>Sushil</a:t>
            </a:r>
            <a:r>
              <a:rPr lang="en-IN" sz="2800" dirty="0">
                <a:latin typeface="Times New Roman" panose="02020603050405020304" pitchFamily="18" charset="0"/>
                <a:cs typeface="Times New Roman" panose="02020603050405020304" pitchFamily="18" charset="0"/>
              </a:rPr>
              <a:t> </a:t>
            </a:r>
            <a:r>
              <a:rPr lang="en-IN" sz="2800" dirty="0" err="1">
                <a:latin typeface="Times New Roman" panose="02020603050405020304" pitchFamily="18" charset="0"/>
                <a:cs typeface="Times New Roman" panose="02020603050405020304" pitchFamily="18" charset="0"/>
              </a:rPr>
              <a:t>Jajodia</a:t>
            </a:r>
            <a:r>
              <a:rPr lang="en-IN" sz="2800" dirty="0">
                <a:latin typeface="Times New Roman" panose="02020603050405020304" pitchFamily="18" charset="0"/>
                <a:cs typeface="Times New Roman" panose="02020603050405020304" pitchFamily="18" charset="0"/>
              </a:rPr>
              <a:t> (1998)</a:t>
            </a:r>
            <a:br>
              <a:rPr lang="en-IN" sz="2800" dirty="0">
                <a:latin typeface="Times New Roman" panose="02020603050405020304" pitchFamily="18" charset="0"/>
                <a:cs typeface="Times New Roman" panose="02020603050405020304" pitchFamily="18" charset="0"/>
              </a:rPr>
            </a:br>
            <a:r>
              <a:rPr lang="en-IN" sz="2800" dirty="0">
                <a:latin typeface="Times New Roman" panose="02020603050405020304" pitchFamily="18" charset="0"/>
                <a:cs typeface="Times New Roman" panose="02020603050405020304" pitchFamily="18" charset="0"/>
              </a:rPr>
              <a:t>Proposed basic image steganography using the LSB technique.</a:t>
            </a:r>
            <a:br>
              <a:rPr lang="en-IN" sz="2800" dirty="0">
                <a:latin typeface="Times New Roman" panose="02020603050405020304" pitchFamily="18" charset="0"/>
                <a:cs typeface="Times New Roman" panose="02020603050405020304" pitchFamily="18" charset="0"/>
              </a:rPr>
            </a:br>
            <a:r>
              <a:rPr lang="en-IN" sz="2800" dirty="0">
                <a:latin typeface="Times New Roman" panose="02020603050405020304" pitchFamily="18" charset="0"/>
                <a:cs typeface="Times New Roman" panose="02020603050405020304" pitchFamily="18" charset="0"/>
              </a:rPr>
              <a:t>Simple and widely used method.</a:t>
            </a:r>
          </a:p>
          <a:p>
            <a:pPr lvl="0" eaLnBrk="0" fontAlgn="base" hangingPunct="0">
              <a:spcBef>
                <a:spcPct val="0"/>
              </a:spcBef>
              <a:spcAft>
                <a:spcPct val="0"/>
              </a:spcAft>
            </a:pPr>
            <a:endParaRPr lang="en-US" altLang="en-US" sz="2800" b="1" dirty="0">
              <a:latin typeface="Times New Roman" panose="02020603050405020304" pitchFamily="18" charset="0"/>
              <a:cs typeface="Times New Roman" panose="02020603050405020304" pitchFamily="18" charset="0"/>
            </a:endParaRPr>
          </a:p>
          <a:p>
            <a:r>
              <a:rPr lang="en-US" sz="2800" b="1" dirty="0">
                <a:latin typeface="Times New Roman" panose="02020603050405020304" pitchFamily="18" charset="0"/>
                <a:cs typeface="Times New Roman" panose="02020603050405020304" pitchFamily="18" charset="0"/>
              </a:rPr>
              <a:t>2. Basic Image Steganography</a:t>
            </a:r>
          </a:p>
          <a:p>
            <a:r>
              <a:rPr lang="en-US" sz="2800" dirty="0">
                <a:latin typeface="Times New Roman" panose="02020603050405020304" pitchFamily="18" charset="0"/>
                <a:cs typeface="Times New Roman" panose="02020603050405020304" pitchFamily="18" charset="0"/>
              </a:rPr>
              <a:t>Jessica </a:t>
            </a:r>
            <a:r>
              <a:rPr lang="en-US" sz="2800" dirty="0" err="1">
                <a:latin typeface="Times New Roman" panose="02020603050405020304" pitchFamily="18" charset="0"/>
                <a:cs typeface="Times New Roman" panose="02020603050405020304" pitchFamily="18" charset="0"/>
              </a:rPr>
              <a:t>Fridrich</a:t>
            </a:r>
            <a:r>
              <a:rPr lang="en-US" sz="2800" dirty="0">
                <a:latin typeface="Times New Roman" panose="02020603050405020304" pitchFamily="18" charset="0"/>
                <a:cs typeface="Times New Roman" panose="02020603050405020304" pitchFamily="18" charset="0"/>
              </a:rPr>
              <a:t> (2001)</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Worked on practical data hiding techniques in digital images.</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Focus on simple hiding methods.</a:t>
            </a:r>
          </a:p>
          <a:p>
            <a:pPr marL="285750" lvl="0" indent="-285750" eaLnBrk="0" fontAlgn="base" hangingPunct="0">
              <a:spcBef>
                <a:spcPct val="0"/>
              </a:spcBef>
              <a:spcAft>
                <a:spcPct val="0"/>
              </a:spcAft>
              <a:buFont typeface="Arial" panose="020B0604020202020204" pitchFamily="34" charset="0"/>
              <a:buChar char="•"/>
            </a:pPr>
            <a:endParaRPr lang="en-US" altLang="en-US" sz="2800" b="1" dirty="0">
              <a:latin typeface="Times New Roman" panose="02020603050405020304" pitchFamily="18" charset="0"/>
              <a:cs typeface="Times New Roman" panose="02020603050405020304" pitchFamily="18" charset="0"/>
            </a:endParaRPr>
          </a:p>
          <a:p>
            <a:r>
              <a:rPr lang="en-US" sz="2800" b="1" dirty="0">
                <a:latin typeface="Times New Roman" panose="02020603050405020304" pitchFamily="18" charset="0"/>
                <a:cs typeface="Times New Roman" panose="02020603050405020304" pitchFamily="18" charset="0"/>
              </a:rPr>
              <a:t>3. Text Hiding in Images</a:t>
            </a:r>
          </a:p>
          <a:p>
            <a:r>
              <a:rPr lang="en-US" sz="2800" dirty="0">
                <a:latin typeface="Times New Roman" panose="02020603050405020304" pitchFamily="18" charset="0"/>
                <a:cs typeface="Times New Roman" panose="02020603050405020304" pitchFamily="18" charset="0"/>
              </a:rPr>
              <a:t>Niels </a:t>
            </a:r>
            <a:r>
              <a:rPr lang="en-US" sz="2800" dirty="0" err="1">
                <a:latin typeface="Times New Roman" panose="02020603050405020304" pitchFamily="18" charset="0"/>
                <a:cs typeface="Times New Roman" panose="02020603050405020304" pitchFamily="18" charset="0"/>
              </a:rPr>
              <a:t>Provos</a:t>
            </a:r>
            <a:r>
              <a:rPr lang="en-US" sz="2800" dirty="0">
                <a:latin typeface="Times New Roman" panose="02020603050405020304" pitchFamily="18" charset="0"/>
                <a:cs typeface="Times New Roman" panose="02020603050405020304" pitchFamily="18" charset="0"/>
              </a:rPr>
              <a:t> (2003)</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Peter </a:t>
            </a:r>
            <a:r>
              <a:rPr lang="en-US" sz="2800" dirty="0" err="1">
                <a:latin typeface="Times New Roman" panose="02020603050405020304" pitchFamily="18" charset="0"/>
                <a:cs typeface="Times New Roman" panose="02020603050405020304" pitchFamily="18" charset="0"/>
              </a:rPr>
              <a:t>Honeyman</a:t>
            </a:r>
            <a:r>
              <a:rPr lang="en-US" sz="2800" dirty="0">
                <a:latin typeface="Times New Roman" panose="02020603050405020304" pitchFamily="18" charset="0"/>
                <a:cs typeface="Times New Roman" panose="02020603050405020304" pitchFamily="18" charset="0"/>
              </a:rPr>
              <a:t> (2003)</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Developed tools for hiding data inside images.</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Easy concept and suitable for basic implementations.</a:t>
            </a:r>
          </a:p>
          <a:p>
            <a:pPr marL="285750" lvl="0" indent="-285750" eaLnBrk="0" fontAlgn="base" hangingPunct="0">
              <a:spcBef>
                <a:spcPct val="0"/>
              </a:spcBef>
              <a:spcAft>
                <a:spcPct val="0"/>
              </a:spcAft>
              <a:buFont typeface="Arial" panose="020B0604020202020204" pitchFamily="34" charset="0"/>
              <a:buChar char="•"/>
            </a:pPr>
            <a:endParaRPr lang="en-US" altLang="en-US" sz="2800" b="1" dirty="0">
              <a:latin typeface="Times New Roman" panose="02020603050405020304" pitchFamily="18" charset="0"/>
              <a:cs typeface="Times New Roman" panose="02020603050405020304" pitchFamily="18" charset="0"/>
            </a:endParaRPr>
          </a:p>
          <a:p>
            <a:r>
              <a:rPr lang="en-US" sz="2800" b="1" dirty="0">
                <a:latin typeface="Times New Roman" panose="02020603050405020304" pitchFamily="18" charset="0"/>
                <a:cs typeface="Times New Roman" panose="02020603050405020304" pitchFamily="18" charset="0"/>
              </a:rPr>
              <a:t>4. Simple Encryption and Steganography</a:t>
            </a:r>
          </a:p>
          <a:p>
            <a:r>
              <a:rPr lang="en-US" sz="2800" dirty="0">
                <a:latin typeface="Times New Roman" panose="02020603050405020304" pitchFamily="18" charset="0"/>
                <a:cs typeface="Times New Roman" panose="02020603050405020304" pitchFamily="18" charset="0"/>
              </a:rPr>
              <a:t>William Stallings (2005)</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Explained basic encryption techniques combined with data security.</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Useful for understanding simple encryption concepts</a:t>
            </a:r>
            <a:r>
              <a:rPr lang="en-US" sz="2800" dirty="0" smtClean="0">
                <a:latin typeface="Times New Roman" panose="02020603050405020304" pitchFamily="18" charset="0"/>
                <a:cs typeface="Times New Roman" panose="02020603050405020304" pitchFamily="18" charset="0"/>
              </a:rPr>
              <a:t>.</a:t>
            </a:r>
            <a:endParaRPr lang="en-US" sz="2800" dirty="0">
              <a:latin typeface="Times New Roman" panose="02020603050405020304" pitchFamily="18" charset="0"/>
              <a:cs typeface="Times New Roman" panose="02020603050405020304" pitchFamily="18" charset="0"/>
            </a:endParaRPr>
          </a:p>
        </p:txBody>
      </p:sp>
      <p:sp>
        <p:nvSpPr>
          <p:cNvPr id="13" name="TextBox 12"/>
          <p:cNvSpPr txBox="1"/>
          <p:nvPr/>
        </p:nvSpPr>
        <p:spPr>
          <a:xfrm>
            <a:off x="914400" y="342900"/>
            <a:ext cx="4648200" cy="769441"/>
          </a:xfrm>
          <a:prstGeom prst="rect">
            <a:avLst/>
          </a:prstGeom>
          <a:noFill/>
        </p:spPr>
        <p:txBody>
          <a:bodyPr wrap="square" rtlCol="0">
            <a:spAutoFit/>
          </a:bodyPr>
          <a:lstStyle/>
          <a:p>
            <a:r>
              <a:rPr lang="en-US" sz="4400" b="1" dirty="0" smtClean="0">
                <a:solidFill>
                  <a:schemeClr val="bg2">
                    <a:lumMod val="10000"/>
                  </a:schemeClr>
                </a:solidFill>
              </a:rPr>
              <a:t>References</a:t>
            </a:r>
            <a:endParaRPr lang="en-IN" sz="2400" b="1" dirty="0">
              <a:solidFill>
                <a:schemeClr val="bg2">
                  <a:lumMod val="10000"/>
                </a:schemeClr>
              </a:solidFill>
            </a:endParaRPr>
          </a:p>
        </p:txBody>
      </p:sp>
    </p:spTree>
    <p:extLst>
      <p:ext uri="{BB962C8B-B14F-4D97-AF65-F5344CB8AC3E}">
        <p14:creationId xmlns:p14="http://schemas.microsoft.com/office/powerpoint/2010/main" val="27647189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p:spPr>
      </p:sp>
      <p:sp>
        <p:nvSpPr>
          <p:cNvPr id="3" name="TextBox 3"/>
          <p:cNvSpPr txBox="1"/>
          <p:nvPr/>
        </p:nvSpPr>
        <p:spPr>
          <a:xfrm>
            <a:off x="4485814" y="2762204"/>
            <a:ext cx="9316373" cy="2453640"/>
          </a:xfrm>
          <a:prstGeom prst="rect">
            <a:avLst/>
          </a:prstGeom>
        </p:spPr>
        <p:txBody>
          <a:bodyPr lIns="0" tIns="0" rIns="0" bIns="0" rtlCol="0" anchor="t">
            <a:spAutoFit/>
          </a:bodyPr>
          <a:lstStyle/>
          <a:p>
            <a:pPr algn="ctr">
              <a:lnSpc>
                <a:spcPts val="20160"/>
              </a:lnSpc>
            </a:pPr>
            <a:r>
              <a:rPr lang="en-US" sz="14400">
                <a:solidFill>
                  <a:srgbClr val="000000"/>
                </a:solidFill>
                <a:latin typeface="DM Serif Display"/>
                <a:ea typeface="DM Serif Display"/>
                <a:cs typeface="DM Serif Display"/>
                <a:sym typeface="DM Serif Display"/>
              </a:rPr>
              <a:t>The End</a:t>
            </a:r>
          </a:p>
        </p:txBody>
      </p:sp>
      <p:sp>
        <p:nvSpPr>
          <p:cNvPr id="4" name="TextBox 4"/>
          <p:cNvSpPr txBox="1"/>
          <p:nvPr/>
        </p:nvSpPr>
        <p:spPr>
          <a:xfrm>
            <a:off x="4180543" y="5328331"/>
            <a:ext cx="9926914" cy="405765"/>
          </a:xfrm>
          <a:prstGeom prst="rect">
            <a:avLst/>
          </a:prstGeom>
        </p:spPr>
        <p:txBody>
          <a:bodyPr lIns="0" tIns="0" rIns="0" bIns="0" rtlCol="0" anchor="t">
            <a:spAutoFit/>
          </a:bodyPr>
          <a:lstStyle/>
          <a:p>
            <a:pPr algn="ctr">
              <a:lnSpc>
                <a:spcPts val="3359"/>
              </a:lnSpc>
              <a:spcBef>
                <a:spcPct val="0"/>
              </a:spcBef>
            </a:pPr>
            <a:r>
              <a:rPr lang="en-US" sz="2400" spc="240">
                <a:solidFill>
                  <a:srgbClr val="000000"/>
                </a:solidFill>
                <a:latin typeface="Open Sauce"/>
                <a:ea typeface="Open Sauce"/>
                <a:cs typeface="Open Sauce"/>
                <a:sym typeface="Open Sauce"/>
              </a:rPr>
              <a:t>THANK YOU FOR LISTENING</a:t>
            </a: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542</TotalTime>
  <Words>985</Words>
  <Application>Microsoft Office PowerPoint</Application>
  <PresentationFormat>Custom</PresentationFormat>
  <Paragraphs>152</Paragraphs>
  <Slides>25</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25</vt:i4>
      </vt:variant>
    </vt:vector>
  </HeadingPairs>
  <TitlesOfParts>
    <vt:vector size="34" baseType="lpstr">
      <vt:lpstr>Open Sauce</vt:lpstr>
      <vt:lpstr>Calibri</vt:lpstr>
      <vt:lpstr>Wingdings 3</vt:lpstr>
      <vt:lpstr>Times New Roman</vt:lpstr>
      <vt:lpstr>Arial Black</vt:lpstr>
      <vt:lpstr>Arial</vt:lpstr>
      <vt:lpstr>DM Serif Display</vt:lpstr>
      <vt:lpstr>Trebuchet MS</vt:lpstr>
      <vt:lpstr>Facet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SYSTEM ARCHITECTURE</vt:lpstr>
      <vt:lpstr>DATAFLOW- DIAGRAMS</vt:lpstr>
      <vt:lpstr>ER- DIAGRAMS</vt:lpstr>
      <vt:lpstr>UML DIAGRAMS</vt:lpstr>
      <vt:lpstr>Sequence Diagram</vt:lpstr>
      <vt:lpstr>USE CASE Diagram</vt:lpstr>
      <vt:lpstr>PowerPoint Presentation</vt:lpstr>
      <vt:lpstr>RESULTS / OUTPUT SCREEN</vt:lpstr>
      <vt:lpstr>TEST CASES</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 KRISHNA</dc:creator>
  <cp:lastModifiedBy>DELL</cp:lastModifiedBy>
  <cp:revision>33</cp:revision>
  <dcterms:created xsi:type="dcterms:W3CDTF">2006-08-16T00:00:00Z</dcterms:created>
  <dcterms:modified xsi:type="dcterms:W3CDTF">2026-04-01T06:48:34Z</dcterms:modified>
  <dc:identifier>DAG2_UvGkzQ</dc:identifier>
</cp:coreProperties>
</file>